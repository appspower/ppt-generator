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6576" cy="502920"/>
          </a:xfrm>
          <a:prstGeom prst="rect">
            <a:avLst/>
          </a:prstGeom>
          <a:solidFill>
            <a:srgbClr val="FD51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" y="73152"/>
            <a:ext cx="5943600" cy="365760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Georgia"/>
              </a:defRPr>
            </a:pPr>
            <a:r>
              <a:t>{{title}}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0" y="109728"/>
            <a:ext cx="2743200" cy="274320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r">
              <a:defRPr sz="700" b="0">
                <a:solidFill>
                  <a:srgbClr val="CBD1D6"/>
                </a:solidFill>
                <a:latin typeface="Arial"/>
              </a:defRPr>
            </a:pPr>
            <a:r>
              <a:t>{{breadcrumb}}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6537960"/>
            <a:ext cx="8595360" cy="4572"/>
          </a:xfrm>
          <a:prstGeom prst="rect">
            <a:avLst/>
          </a:prstGeom>
          <a:solidFill>
            <a:srgbClr val="DDDD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6583680"/>
            <a:ext cx="4572000" cy="182880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l">
              <a:defRPr sz="600" b="0">
                <a:solidFill>
                  <a:srgbClr val="A1A8B3"/>
                </a:solidFill>
                <a:latin typeface="Arial"/>
              </a:defRPr>
            </a:pPr>
            <a:r>
              <a:t>Strictly Private and Confidential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" y="594360"/>
            <a:ext cx="8595360" cy="320040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l">
              <a:defRPr sz="900" b="0">
                <a:solidFill>
                  <a:srgbClr val="000000"/>
                </a:solidFill>
                <a:latin typeface="Arial"/>
              </a:defRPr>
            </a:pPr>
            <a:r>
              <a:t>{{subtitle}}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1005840"/>
            <a:ext cx="2057400" cy="365760"/>
          </a:xfrm>
          <a:prstGeom prst="rect">
            <a:avLst/>
          </a:prstGeom>
          <a:solidFill>
            <a:srgbClr val="FD51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74320" y="1024128"/>
            <a:ext cx="2057400" cy="329184"/>
          </a:xfrm>
          <a:prstGeom prst="rect">
            <a:avLst/>
          </a:prstGeom>
          <a:noFill/>
        </p:spPr>
        <p:txBody>
          <a:bodyPr wrap="square" anchor="ctr" lIns="54864" rIns="54864" tIns="27432" bIns="27432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Arial"/>
              </a:defRPr>
            </a:pPr>
            <a:r>
              <a:t>{{col1_header}}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1371600"/>
            <a:ext cx="2057400" cy="438912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47472" y="1463040"/>
            <a:ext cx="1911095" cy="4206240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l">
              <a:defRPr sz="800" b="0">
                <a:solidFill>
                  <a:srgbClr val="000000"/>
                </a:solidFill>
                <a:latin typeface="Arial"/>
              </a:defRPr>
            </a:pPr>
            <a:r>
              <a:t>{{col1_content}}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423160" y="1005840"/>
            <a:ext cx="2057400" cy="365760"/>
          </a:xfrm>
          <a:prstGeom prst="rect">
            <a:avLst/>
          </a:prstGeom>
          <a:solidFill>
            <a:srgbClr val="FE7C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423160" y="1024128"/>
            <a:ext cx="2057400" cy="329184"/>
          </a:xfrm>
          <a:prstGeom prst="rect">
            <a:avLst/>
          </a:prstGeom>
          <a:noFill/>
        </p:spPr>
        <p:txBody>
          <a:bodyPr wrap="square" anchor="ctr" lIns="54864" rIns="54864" tIns="27432" bIns="27432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Arial"/>
              </a:defRPr>
            </a:pPr>
            <a:r>
              <a:t>{{col2_header}}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423160" y="1371600"/>
            <a:ext cx="2057400" cy="438912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496312" y="1463040"/>
            <a:ext cx="1911095" cy="4206240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l">
              <a:defRPr sz="800" b="0">
                <a:solidFill>
                  <a:srgbClr val="000000"/>
                </a:solidFill>
                <a:latin typeface="Arial"/>
              </a:defRPr>
            </a:pPr>
            <a:r>
              <a:t>{{col2_content}}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0" y="1005840"/>
            <a:ext cx="2057400" cy="365760"/>
          </a:xfrm>
          <a:prstGeom prst="rect">
            <a:avLst/>
          </a:prstGeom>
          <a:solidFill>
            <a:srgbClr val="A1A8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72000" y="1024128"/>
            <a:ext cx="2057400" cy="329184"/>
          </a:xfrm>
          <a:prstGeom prst="rect">
            <a:avLst/>
          </a:prstGeom>
          <a:noFill/>
        </p:spPr>
        <p:txBody>
          <a:bodyPr wrap="square" anchor="ctr" lIns="54864" rIns="54864" tIns="27432" bIns="27432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Arial"/>
              </a:defRPr>
            </a:pPr>
            <a:r>
              <a:t>{{col3_header}}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0" y="1371600"/>
            <a:ext cx="2057400" cy="438912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645152" y="1463040"/>
            <a:ext cx="1911095" cy="4206240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l">
              <a:defRPr sz="800" b="0">
                <a:solidFill>
                  <a:srgbClr val="000000"/>
                </a:solidFill>
                <a:latin typeface="Arial"/>
              </a:defRPr>
            </a:pPr>
            <a:r>
              <a:t>{{col3_content}}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720840" y="1005840"/>
            <a:ext cx="2057400" cy="36576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720840" y="1024128"/>
            <a:ext cx="2057400" cy="329184"/>
          </a:xfrm>
          <a:prstGeom prst="rect">
            <a:avLst/>
          </a:prstGeom>
          <a:noFill/>
        </p:spPr>
        <p:txBody>
          <a:bodyPr wrap="square" anchor="ctr" lIns="54864" rIns="54864" tIns="27432" bIns="27432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Arial"/>
              </a:defRPr>
            </a:pPr>
            <a:r>
              <a:t>{{col4_header}}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720840" y="1371600"/>
            <a:ext cx="2057400" cy="438912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793992" y="1463040"/>
            <a:ext cx="1911095" cy="4206240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l">
              <a:defRPr sz="800" b="0">
                <a:solidFill>
                  <a:srgbClr val="000000"/>
                </a:solidFill>
                <a:latin typeface="Arial"/>
              </a:defRPr>
            </a:pPr>
            <a:r>
              <a:t>{{col4_content}}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74320" y="5943600"/>
            <a:ext cx="8595360" cy="45720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274320" y="5943600"/>
            <a:ext cx="54864" cy="457200"/>
          </a:xfrm>
          <a:prstGeom prst="rect">
            <a:avLst/>
          </a:prstGeom>
          <a:solidFill>
            <a:srgbClr val="FD51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57200" y="5989320"/>
            <a:ext cx="8229600" cy="365760"/>
          </a:xfrm>
          <a:prstGeom prst="rect">
            <a:avLst/>
          </a:prstGeom>
          <a:noFill/>
        </p:spPr>
        <p:txBody>
          <a:bodyPr wrap="square" anchor="ctr" lIns="54864" rIns="54864" tIns="27432" bIns="27432">
            <a:spAutoFit/>
          </a:bodyPr>
          <a:lstStyle/>
          <a:p>
            <a:pPr algn="l">
              <a:defRPr sz="900" b="1">
                <a:solidFill>
                  <a:srgbClr val="FFFFFF"/>
                </a:solidFill>
                <a:latin typeface="Arial"/>
              </a:defRPr>
            </a:pPr>
            <a:r>
              <a:t>{{takeaway}}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6576" cy="502920"/>
          </a:xfrm>
          <a:prstGeom prst="rect">
            <a:avLst/>
          </a:prstGeom>
          <a:solidFill>
            <a:srgbClr val="FD51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" y="73152"/>
            <a:ext cx="5943600" cy="365760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Georgia"/>
              </a:defRPr>
            </a:pPr>
            <a:r>
              <a:t>{{title}}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0" y="109728"/>
            <a:ext cx="2743200" cy="274320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r">
              <a:defRPr sz="700" b="0">
                <a:solidFill>
                  <a:srgbClr val="CBD1D6"/>
                </a:solidFill>
                <a:latin typeface="Arial"/>
              </a:defRPr>
            </a:pPr>
            <a:r>
              <a:t>{{breadcrumb}}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6537960"/>
            <a:ext cx="8595360" cy="4572"/>
          </a:xfrm>
          <a:prstGeom prst="rect">
            <a:avLst/>
          </a:prstGeom>
          <a:solidFill>
            <a:srgbClr val="DDDD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6583680"/>
            <a:ext cx="4572000" cy="182880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l">
              <a:defRPr sz="600" b="0">
                <a:solidFill>
                  <a:srgbClr val="A1A8B3"/>
                </a:solidFill>
                <a:latin typeface="Arial"/>
              </a:defRPr>
            </a:pPr>
            <a:r>
              <a:t>Strictly Private and Confidential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640080"/>
            <a:ext cx="2560320" cy="685800"/>
          </a:xfrm>
          <a:prstGeom prst="rect">
            <a:avLst/>
          </a:prstGeom>
          <a:solidFill>
            <a:srgbClr val="FD51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685800"/>
            <a:ext cx="2377439" cy="594360"/>
          </a:xfrm>
          <a:prstGeom prst="rect">
            <a:avLst/>
          </a:prstGeom>
          <a:noFill/>
        </p:spPr>
        <p:txBody>
          <a:bodyPr wrap="square" anchor="ctr" lIns="54864" rIns="54864" tIns="27432" bIns="27432">
            <a:spAutoFit/>
          </a:bodyPr>
          <a:lstStyle/>
          <a:p>
            <a:pPr algn="l">
              <a:defRPr sz="800" b="1">
                <a:solidFill>
                  <a:srgbClr val="FFFFFF"/>
                </a:solidFill>
                <a:latin typeface="Arial"/>
              </a:defRPr>
            </a:pPr>
            <a:r>
              <a:t>{{nav_1}}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" y="1417319"/>
            <a:ext cx="2560320" cy="685800"/>
          </a:xfrm>
          <a:prstGeom prst="rect">
            <a:avLst/>
          </a:prstGeom>
          <a:solidFill>
            <a:srgbClr val="F2F2F2"/>
          </a:solidFill>
          <a:ln w="6350">
            <a:solidFill>
              <a:srgbClr val="DDDD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5760" y="1463039"/>
            <a:ext cx="2377439" cy="594360"/>
          </a:xfrm>
          <a:prstGeom prst="rect">
            <a:avLst/>
          </a:prstGeom>
          <a:noFill/>
        </p:spPr>
        <p:txBody>
          <a:bodyPr wrap="square" anchor="ctr" lIns="54864" rIns="54864" tIns="27432" bIns="27432">
            <a:spAutoFit/>
          </a:bodyPr>
          <a:lstStyle/>
          <a:p>
            <a:pPr algn="l">
              <a:defRPr sz="800" b="1">
                <a:solidFill>
                  <a:srgbClr val="000000"/>
                </a:solidFill>
                <a:latin typeface="Arial"/>
              </a:defRPr>
            </a:pPr>
            <a:r>
              <a:t>{{nav_2}}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4320" y="2194560"/>
            <a:ext cx="2560320" cy="685800"/>
          </a:xfrm>
          <a:prstGeom prst="rect">
            <a:avLst/>
          </a:prstGeom>
          <a:solidFill>
            <a:srgbClr val="F2F2F2"/>
          </a:solidFill>
          <a:ln w="6350">
            <a:solidFill>
              <a:srgbClr val="DDDD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5760" y="2240279"/>
            <a:ext cx="2377439" cy="594360"/>
          </a:xfrm>
          <a:prstGeom prst="rect">
            <a:avLst/>
          </a:prstGeom>
          <a:noFill/>
        </p:spPr>
        <p:txBody>
          <a:bodyPr wrap="square" anchor="ctr" lIns="54864" rIns="54864" tIns="27432" bIns="27432">
            <a:spAutoFit/>
          </a:bodyPr>
          <a:lstStyle/>
          <a:p>
            <a:pPr algn="l">
              <a:defRPr sz="800" b="1">
                <a:solidFill>
                  <a:srgbClr val="000000"/>
                </a:solidFill>
                <a:latin typeface="Arial"/>
              </a:defRPr>
            </a:pPr>
            <a:r>
              <a:t>{{nav_3}}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74320" y="2971800"/>
            <a:ext cx="2560320" cy="685800"/>
          </a:xfrm>
          <a:prstGeom prst="rect">
            <a:avLst/>
          </a:prstGeom>
          <a:solidFill>
            <a:srgbClr val="F2F2F2"/>
          </a:solidFill>
          <a:ln w="6350">
            <a:solidFill>
              <a:srgbClr val="DDDD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65760" y="3017520"/>
            <a:ext cx="2377439" cy="594360"/>
          </a:xfrm>
          <a:prstGeom prst="rect">
            <a:avLst/>
          </a:prstGeom>
          <a:noFill/>
        </p:spPr>
        <p:txBody>
          <a:bodyPr wrap="square" anchor="ctr" lIns="54864" rIns="54864" tIns="27432" bIns="27432">
            <a:spAutoFit/>
          </a:bodyPr>
          <a:lstStyle/>
          <a:p>
            <a:pPr algn="l">
              <a:defRPr sz="800" b="1">
                <a:solidFill>
                  <a:srgbClr val="000000"/>
                </a:solidFill>
                <a:latin typeface="Arial"/>
              </a:defRPr>
            </a:pPr>
            <a:r>
              <a:t>{{nav_4}}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017520" y="640080"/>
            <a:ext cx="5852160" cy="502920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017520" y="640080"/>
            <a:ext cx="5852160" cy="365760"/>
          </a:xfrm>
          <a:prstGeom prst="rect">
            <a:avLst/>
          </a:prstGeom>
          <a:solidFill>
            <a:srgbClr val="FD51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200400" y="658368"/>
            <a:ext cx="5486400" cy="329184"/>
          </a:xfrm>
          <a:prstGeom prst="rect">
            <a:avLst/>
          </a:prstGeom>
          <a:noFill/>
        </p:spPr>
        <p:txBody>
          <a:bodyPr wrap="square" anchor="ctr" lIns="54864" rIns="54864" tIns="27432" bIns="27432">
            <a:spAutoFit/>
          </a:bodyPr>
          <a:lstStyle/>
          <a:p>
            <a:pPr algn="l">
              <a:defRPr sz="1000" b="1">
                <a:solidFill>
                  <a:srgbClr val="FFFFFF"/>
                </a:solidFill>
                <a:latin typeface="Arial"/>
              </a:defRPr>
            </a:pPr>
            <a:r>
              <a:t>{{content_header}}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200400" y="1097280"/>
            <a:ext cx="5486400" cy="4389120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l">
              <a:defRPr sz="900" b="0">
                <a:solidFill>
                  <a:srgbClr val="000000"/>
                </a:solidFill>
                <a:latin typeface="Arial"/>
              </a:defRPr>
            </a:pPr>
            <a:r>
              <a:t>{{content_body}}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74320" y="5943600"/>
            <a:ext cx="8595360" cy="45720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274320" y="5943600"/>
            <a:ext cx="54864" cy="457200"/>
          </a:xfrm>
          <a:prstGeom prst="rect">
            <a:avLst/>
          </a:prstGeom>
          <a:solidFill>
            <a:srgbClr val="FD51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7200" y="5989320"/>
            <a:ext cx="8229600" cy="365760"/>
          </a:xfrm>
          <a:prstGeom prst="rect">
            <a:avLst/>
          </a:prstGeom>
          <a:noFill/>
        </p:spPr>
        <p:txBody>
          <a:bodyPr wrap="square" anchor="ctr" lIns="54864" rIns="54864" tIns="27432" bIns="27432">
            <a:spAutoFit/>
          </a:bodyPr>
          <a:lstStyle/>
          <a:p>
            <a:pPr algn="l">
              <a:defRPr sz="900" b="1">
                <a:solidFill>
                  <a:srgbClr val="FFFFFF"/>
                </a:solidFill>
                <a:latin typeface="Arial"/>
              </a:defRPr>
            </a:pPr>
            <a:r>
              <a:t>{{takeaway}}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6576" cy="502920"/>
          </a:xfrm>
          <a:prstGeom prst="rect">
            <a:avLst/>
          </a:prstGeom>
          <a:solidFill>
            <a:srgbClr val="FD51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" y="73152"/>
            <a:ext cx="5943600" cy="365760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Georgia"/>
              </a:defRPr>
            </a:pPr>
            <a:r>
              <a:t>{{title}}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0" y="109728"/>
            <a:ext cx="2743200" cy="274320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r">
              <a:defRPr sz="700" b="0">
                <a:solidFill>
                  <a:srgbClr val="CBD1D6"/>
                </a:solidFill>
                <a:latin typeface="Arial"/>
              </a:defRPr>
            </a:pPr>
            <a:r>
              <a:t>{{breadcrumb}}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6537960"/>
            <a:ext cx="8595360" cy="4572"/>
          </a:xfrm>
          <a:prstGeom prst="rect">
            <a:avLst/>
          </a:prstGeom>
          <a:solidFill>
            <a:srgbClr val="DDDD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6583680"/>
            <a:ext cx="4572000" cy="182880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l">
              <a:defRPr sz="600" b="0">
                <a:solidFill>
                  <a:srgbClr val="A1A8B3"/>
                </a:solidFill>
                <a:latin typeface="Arial"/>
              </a:defRPr>
            </a:pPr>
            <a:r>
              <a:t>Strictly Private and Confidential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0" y="594360"/>
            <a:ext cx="1097280" cy="201168"/>
          </a:xfrm>
          <a:prstGeom prst="roundRect">
            <a:avLst>
              <a:gd name="adj" fmla="val 50000"/>
            </a:avLst>
          </a:prstGeom>
          <a:solidFill>
            <a:srgbClr val="FE7C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700" b="1">
                <a:solidFill>
                  <a:srgbClr val="FFFFFF"/>
                </a:solidFill>
                <a:latin typeface="Arial"/>
              </a:defRPr>
            </a:pPr>
            <a:r>
              <a:t>Illustrative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" y="594360"/>
            <a:ext cx="8595360" cy="274320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l">
              <a:defRPr sz="900" b="0">
                <a:solidFill>
                  <a:srgbClr val="000000"/>
                </a:solidFill>
                <a:latin typeface="Arial"/>
              </a:defRPr>
            </a:pPr>
            <a:r>
              <a:t>{{subtitle}}</a:t>
            </a:r>
          </a:p>
        </p:txBody>
      </p:sp>
      <p:sp>
        <p:nvSpPr>
          <p:cNvPr id="10" name="Oval 9"/>
          <p:cNvSpPr/>
          <p:nvPr/>
        </p:nvSpPr>
        <p:spPr>
          <a:xfrm>
            <a:off x="320040" y="1005840"/>
            <a:ext cx="320040" cy="320040"/>
          </a:xfrm>
          <a:prstGeom prst="ellipse">
            <a:avLst/>
          </a:prstGeom>
          <a:solidFill>
            <a:srgbClr val="FD51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Arial"/>
              </a:defRPr>
            </a:pPr>
            <a: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1005840"/>
            <a:ext cx="1508760" cy="320040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l">
              <a:defRPr sz="1000" b="1">
                <a:solidFill>
                  <a:srgbClr val="000000"/>
                </a:solidFill>
                <a:latin typeface="Arial"/>
              </a:defRPr>
            </a:pPr>
            <a:r>
              <a:t>{{step1_title}}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4320" y="1417320"/>
            <a:ext cx="1965960" cy="292608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47472" y="1508760"/>
            <a:ext cx="1819656" cy="2743200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l">
              <a:defRPr sz="800" b="0">
                <a:solidFill>
                  <a:srgbClr val="000000"/>
                </a:solidFill>
                <a:latin typeface="Arial"/>
              </a:defRPr>
            </a:pPr>
            <a:r>
              <a:t>{{step1_content}}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5760" y="4114800"/>
            <a:ext cx="1783080" cy="274320"/>
          </a:xfrm>
          <a:prstGeom prst="rect">
            <a:avLst/>
          </a:prstGeom>
          <a:solidFill>
            <a:srgbClr val="F2F2F2"/>
          </a:solidFill>
          <a:ln w="6350">
            <a:solidFill>
              <a:srgbClr val="DDDD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65760" y="4114800"/>
            <a:ext cx="1783080" cy="274320"/>
          </a:xfrm>
          <a:prstGeom prst="rect">
            <a:avLst/>
          </a:prstGeom>
          <a:noFill/>
        </p:spPr>
        <p:txBody>
          <a:bodyPr wrap="square" anchor="ctr" lIns="54864" rIns="54864" tIns="27432" bIns="27432">
            <a:spAutoFit/>
          </a:bodyPr>
          <a:lstStyle/>
          <a:p>
            <a:pPr algn="ctr">
              <a:defRPr sz="700" b="1">
                <a:solidFill>
                  <a:srgbClr val="A1A8B3"/>
                </a:solidFill>
                <a:latin typeface="Arial"/>
              </a:defRPr>
            </a:pPr>
            <a:r>
              <a:t>{{step1_system}}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240279" y="2377440"/>
            <a:ext cx="164592" cy="457200"/>
          </a:xfrm>
          <a:prstGeom prst="rect">
            <a:avLst/>
          </a:prstGeom>
          <a:noFill/>
        </p:spPr>
        <p:txBody>
          <a:bodyPr wrap="square" anchor="ctr" lIns="54864" rIns="54864" tIns="27432" bIns="27432">
            <a:spAutoFit/>
          </a:bodyPr>
          <a:lstStyle/>
          <a:p>
            <a:pPr algn="ctr">
              <a:defRPr sz="1400" b="0">
                <a:solidFill>
                  <a:srgbClr val="FD5108"/>
                </a:solidFill>
                <a:latin typeface="Arial"/>
              </a:defRPr>
            </a:pPr>
            <a:r>
              <a:t>▶</a:t>
            </a:r>
          </a:p>
        </p:txBody>
      </p:sp>
      <p:sp>
        <p:nvSpPr>
          <p:cNvPr id="17" name="Oval 16"/>
          <p:cNvSpPr/>
          <p:nvPr/>
        </p:nvSpPr>
        <p:spPr>
          <a:xfrm>
            <a:off x="2423159" y="1005840"/>
            <a:ext cx="320040" cy="320040"/>
          </a:xfrm>
          <a:prstGeom prst="ellipse">
            <a:avLst/>
          </a:prstGeom>
          <a:solidFill>
            <a:srgbClr val="FD51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Arial"/>
              </a:defRPr>
            </a:pPr>
            <a:r>
              <a:t>02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834639" y="1005840"/>
            <a:ext cx="1508760" cy="320040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l">
              <a:defRPr sz="1000" b="1">
                <a:solidFill>
                  <a:srgbClr val="000000"/>
                </a:solidFill>
                <a:latin typeface="Arial"/>
              </a:defRPr>
            </a:pPr>
            <a:r>
              <a:t>{{step2_title}}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377439" y="1417320"/>
            <a:ext cx="1965960" cy="292608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450591" y="1508760"/>
            <a:ext cx="1819656" cy="2743200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l">
              <a:defRPr sz="800" b="0">
                <a:solidFill>
                  <a:srgbClr val="000000"/>
                </a:solidFill>
                <a:latin typeface="Arial"/>
              </a:defRPr>
            </a:pPr>
            <a:r>
              <a:t>{{step2_content}}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468879" y="4114800"/>
            <a:ext cx="1783080" cy="274320"/>
          </a:xfrm>
          <a:prstGeom prst="rect">
            <a:avLst/>
          </a:prstGeom>
          <a:solidFill>
            <a:srgbClr val="F2F2F2"/>
          </a:solidFill>
          <a:ln w="6350">
            <a:solidFill>
              <a:srgbClr val="DDDD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468879" y="4114800"/>
            <a:ext cx="1783080" cy="274320"/>
          </a:xfrm>
          <a:prstGeom prst="rect">
            <a:avLst/>
          </a:prstGeom>
          <a:noFill/>
        </p:spPr>
        <p:txBody>
          <a:bodyPr wrap="square" anchor="ctr" lIns="54864" rIns="54864" tIns="27432" bIns="27432">
            <a:spAutoFit/>
          </a:bodyPr>
          <a:lstStyle/>
          <a:p>
            <a:pPr algn="ctr">
              <a:defRPr sz="700" b="1">
                <a:solidFill>
                  <a:srgbClr val="A1A8B3"/>
                </a:solidFill>
                <a:latin typeface="Arial"/>
              </a:defRPr>
            </a:pPr>
            <a:r>
              <a:t>{{step2_system}}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343400" y="2377440"/>
            <a:ext cx="164592" cy="457200"/>
          </a:xfrm>
          <a:prstGeom prst="rect">
            <a:avLst/>
          </a:prstGeom>
          <a:noFill/>
        </p:spPr>
        <p:txBody>
          <a:bodyPr wrap="square" anchor="ctr" lIns="54864" rIns="54864" tIns="27432" bIns="27432">
            <a:spAutoFit/>
          </a:bodyPr>
          <a:lstStyle/>
          <a:p>
            <a:pPr algn="ctr">
              <a:defRPr sz="1400" b="0">
                <a:solidFill>
                  <a:srgbClr val="FD5108"/>
                </a:solidFill>
                <a:latin typeface="Arial"/>
              </a:defRPr>
            </a:pPr>
            <a:r>
              <a:t>▶</a:t>
            </a:r>
          </a:p>
        </p:txBody>
      </p:sp>
      <p:sp>
        <p:nvSpPr>
          <p:cNvPr id="24" name="Oval 23"/>
          <p:cNvSpPr/>
          <p:nvPr/>
        </p:nvSpPr>
        <p:spPr>
          <a:xfrm>
            <a:off x="4526279" y="1005840"/>
            <a:ext cx="320040" cy="320040"/>
          </a:xfrm>
          <a:prstGeom prst="ellipse">
            <a:avLst/>
          </a:prstGeom>
          <a:solidFill>
            <a:srgbClr val="FD51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Arial"/>
              </a:defRPr>
            </a:pPr>
            <a:r>
              <a:t>03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937759" y="1005840"/>
            <a:ext cx="1508760" cy="320040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l">
              <a:defRPr sz="1000" b="1">
                <a:solidFill>
                  <a:srgbClr val="000000"/>
                </a:solidFill>
                <a:latin typeface="Arial"/>
              </a:defRPr>
            </a:pPr>
            <a:r>
              <a:t>{{step3_title}}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480559" y="1417320"/>
            <a:ext cx="1965960" cy="292608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553712" y="1508760"/>
            <a:ext cx="1819656" cy="2743200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l">
              <a:defRPr sz="800" b="0">
                <a:solidFill>
                  <a:srgbClr val="000000"/>
                </a:solidFill>
                <a:latin typeface="Arial"/>
              </a:defRPr>
            </a:pPr>
            <a:r>
              <a:t>{{step3_content}}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571999" y="4114800"/>
            <a:ext cx="1783080" cy="274320"/>
          </a:xfrm>
          <a:prstGeom prst="rect">
            <a:avLst/>
          </a:prstGeom>
          <a:solidFill>
            <a:srgbClr val="F2F2F2"/>
          </a:solidFill>
          <a:ln w="6350">
            <a:solidFill>
              <a:srgbClr val="DDDD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571999" y="4114800"/>
            <a:ext cx="1783080" cy="274320"/>
          </a:xfrm>
          <a:prstGeom prst="rect">
            <a:avLst/>
          </a:prstGeom>
          <a:noFill/>
        </p:spPr>
        <p:txBody>
          <a:bodyPr wrap="square" anchor="ctr" lIns="54864" rIns="54864" tIns="27432" bIns="27432">
            <a:spAutoFit/>
          </a:bodyPr>
          <a:lstStyle/>
          <a:p>
            <a:pPr algn="ctr">
              <a:defRPr sz="700" b="1">
                <a:solidFill>
                  <a:srgbClr val="A1A8B3"/>
                </a:solidFill>
                <a:latin typeface="Arial"/>
              </a:defRPr>
            </a:pPr>
            <a:r>
              <a:t>{{step3_system}}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46519" y="2377440"/>
            <a:ext cx="164592" cy="457200"/>
          </a:xfrm>
          <a:prstGeom prst="rect">
            <a:avLst/>
          </a:prstGeom>
          <a:noFill/>
        </p:spPr>
        <p:txBody>
          <a:bodyPr wrap="square" anchor="ctr" lIns="54864" rIns="54864" tIns="27432" bIns="27432">
            <a:spAutoFit/>
          </a:bodyPr>
          <a:lstStyle/>
          <a:p>
            <a:pPr algn="ctr">
              <a:defRPr sz="1400" b="0">
                <a:solidFill>
                  <a:srgbClr val="FD5108"/>
                </a:solidFill>
                <a:latin typeface="Arial"/>
              </a:defRPr>
            </a:pPr>
            <a:r>
              <a:t>▶</a:t>
            </a:r>
          </a:p>
        </p:txBody>
      </p:sp>
      <p:sp>
        <p:nvSpPr>
          <p:cNvPr id="31" name="Oval 30"/>
          <p:cNvSpPr/>
          <p:nvPr/>
        </p:nvSpPr>
        <p:spPr>
          <a:xfrm>
            <a:off x="6629399" y="1005840"/>
            <a:ext cx="320040" cy="320040"/>
          </a:xfrm>
          <a:prstGeom prst="ellipse">
            <a:avLst/>
          </a:prstGeom>
          <a:solidFill>
            <a:srgbClr val="FD51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Arial"/>
              </a:defRPr>
            </a:pPr>
            <a:r>
              <a:t>04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040879" y="1005840"/>
            <a:ext cx="1508760" cy="320040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l">
              <a:defRPr sz="1000" b="1">
                <a:solidFill>
                  <a:srgbClr val="000000"/>
                </a:solidFill>
                <a:latin typeface="Arial"/>
              </a:defRPr>
            </a:pPr>
            <a:r>
              <a:t>{{step4_title}}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583679" y="1417320"/>
            <a:ext cx="1965960" cy="292608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656831" y="1508760"/>
            <a:ext cx="1819656" cy="2743200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l">
              <a:defRPr sz="800" b="0">
                <a:solidFill>
                  <a:srgbClr val="000000"/>
                </a:solidFill>
                <a:latin typeface="Arial"/>
              </a:defRPr>
            </a:pPr>
            <a:r>
              <a:t>{{step4_content}}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675119" y="4114800"/>
            <a:ext cx="1783080" cy="274320"/>
          </a:xfrm>
          <a:prstGeom prst="rect">
            <a:avLst/>
          </a:prstGeom>
          <a:solidFill>
            <a:srgbClr val="F2F2F2"/>
          </a:solidFill>
          <a:ln w="6350">
            <a:solidFill>
              <a:srgbClr val="DDDD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675119" y="4114800"/>
            <a:ext cx="1783080" cy="274320"/>
          </a:xfrm>
          <a:prstGeom prst="rect">
            <a:avLst/>
          </a:prstGeom>
          <a:noFill/>
        </p:spPr>
        <p:txBody>
          <a:bodyPr wrap="square" anchor="ctr" lIns="54864" rIns="54864" tIns="27432" bIns="27432">
            <a:spAutoFit/>
          </a:bodyPr>
          <a:lstStyle/>
          <a:p>
            <a:pPr algn="ctr">
              <a:defRPr sz="700" b="1">
                <a:solidFill>
                  <a:srgbClr val="A1A8B3"/>
                </a:solidFill>
                <a:latin typeface="Arial"/>
              </a:defRPr>
            </a:pPr>
            <a:r>
              <a:t>{{step4_system}}</a:t>
            </a:r>
          </a:p>
        </p:txBody>
      </p:sp>
      <p:sp>
        <p:nvSpPr>
          <p:cNvPr id="37" name="Rectangle 36"/>
          <p:cNvSpPr/>
          <p:nvPr/>
        </p:nvSpPr>
        <p:spPr>
          <a:xfrm>
            <a:off x="274320" y="5943600"/>
            <a:ext cx="8595360" cy="45720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274320" y="5943600"/>
            <a:ext cx="54864" cy="457200"/>
          </a:xfrm>
          <a:prstGeom prst="rect">
            <a:avLst/>
          </a:prstGeom>
          <a:solidFill>
            <a:srgbClr val="FD51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57200" y="5989320"/>
            <a:ext cx="8229600" cy="365760"/>
          </a:xfrm>
          <a:prstGeom prst="rect">
            <a:avLst/>
          </a:prstGeom>
          <a:noFill/>
        </p:spPr>
        <p:txBody>
          <a:bodyPr wrap="square" anchor="ctr" lIns="54864" rIns="54864" tIns="27432" bIns="27432">
            <a:spAutoFit/>
          </a:bodyPr>
          <a:lstStyle/>
          <a:p>
            <a:pPr algn="l">
              <a:defRPr sz="900" b="1">
                <a:solidFill>
                  <a:srgbClr val="FFFFFF"/>
                </a:solidFill>
                <a:latin typeface="Arial"/>
              </a:defRPr>
            </a:pPr>
            <a:r>
              <a:t>{{takeaway}}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6576" cy="502920"/>
          </a:xfrm>
          <a:prstGeom prst="rect">
            <a:avLst/>
          </a:prstGeom>
          <a:solidFill>
            <a:srgbClr val="FD51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" y="73152"/>
            <a:ext cx="5943600" cy="365760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Georgia"/>
              </a:defRPr>
            </a:pPr>
            <a:r>
              <a:t>{{title}}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0" y="109728"/>
            <a:ext cx="2743200" cy="274320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r">
              <a:defRPr sz="700" b="0">
                <a:solidFill>
                  <a:srgbClr val="CBD1D6"/>
                </a:solidFill>
                <a:latin typeface="Arial"/>
              </a:defRPr>
            </a:pPr>
            <a:r>
              <a:t>{{breadcrumb}}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6537960"/>
            <a:ext cx="8595360" cy="4572"/>
          </a:xfrm>
          <a:prstGeom prst="rect">
            <a:avLst/>
          </a:prstGeom>
          <a:solidFill>
            <a:srgbClr val="DDDD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6583680"/>
            <a:ext cx="4572000" cy="182880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l">
              <a:defRPr sz="600" b="0">
                <a:solidFill>
                  <a:srgbClr val="A1A8B3"/>
                </a:solidFill>
                <a:latin typeface="Arial"/>
              </a:defRPr>
            </a:pPr>
            <a:r>
              <a:t>Strictly Private and Confidential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594360"/>
            <a:ext cx="8595360" cy="548640"/>
          </a:xfrm>
          <a:prstGeom prst="rect">
            <a:avLst/>
          </a:prstGeom>
          <a:solidFill>
            <a:srgbClr val="F2F2F2"/>
          </a:solidFill>
          <a:ln w="6350">
            <a:solidFill>
              <a:srgbClr val="DDDD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640080"/>
            <a:ext cx="8412480" cy="457200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l">
              <a:defRPr sz="800" b="0">
                <a:solidFill>
                  <a:srgbClr val="000000"/>
                </a:solidFill>
                <a:latin typeface="Arial"/>
              </a:defRPr>
            </a:pPr>
            <a:r>
              <a:t>{{background}}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" y="1280160"/>
            <a:ext cx="4114800" cy="36576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5760" y="1298448"/>
            <a:ext cx="3931920" cy="329184"/>
          </a:xfrm>
          <a:prstGeom prst="rect">
            <a:avLst/>
          </a:prstGeom>
          <a:noFill/>
        </p:spPr>
        <p:txBody>
          <a:bodyPr wrap="square" anchor="ctr" lIns="54864" rIns="54864" tIns="27432" bIns="27432">
            <a:spAutoFit/>
          </a:bodyPr>
          <a:lstStyle/>
          <a:p>
            <a:pPr algn="l">
              <a:defRPr sz="1000" b="1">
                <a:solidFill>
                  <a:srgbClr val="FFFFFF"/>
                </a:solidFill>
                <a:latin typeface="Arial"/>
              </a:defRPr>
            </a:pPr>
            <a:r>
              <a:t>{{option_a_title}}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4320" y="1645920"/>
            <a:ext cx="4114800" cy="274320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5760" y="1737360"/>
            <a:ext cx="3931920" cy="2560320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l">
              <a:defRPr sz="800" b="0">
                <a:solidFill>
                  <a:srgbClr val="000000"/>
                </a:solidFill>
                <a:latin typeface="Arial"/>
              </a:defRPr>
            </a:pPr>
            <a:r>
              <a:t>{{option_a_content}}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754880" y="1280160"/>
            <a:ext cx="4114800" cy="365760"/>
          </a:xfrm>
          <a:prstGeom prst="rect">
            <a:avLst/>
          </a:prstGeom>
          <a:solidFill>
            <a:srgbClr val="FD51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846320" y="1298448"/>
            <a:ext cx="3931920" cy="329184"/>
          </a:xfrm>
          <a:prstGeom prst="rect">
            <a:avLst/>
          </a:prstGeom>
          <a:noFill/>
        </p:spPr>
        <p:txBody>
          <a:bodyPr wrap="square" anchor="ctr" lIns="54864" rIns="54864" tIns="27432" bIns="27432">
            <a:spAutoFit/>
          </a:bodyPr>
          <a:lstStyle/>
          <a:p>
            <a:pPr algn="l">
              <a:defRPr sz="1000" b="1">
                <a:solidFill>
                  <a:srgbClr val="FFFFFF"/>
                </a:solidFill>
                <a:latin typeface="Arial"/>
              </a:defRPr>
            </a:pPr>
            <a:r>
              <a:t>{{option_b_title}}  ★ 추천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754880" y="1645920"/>
            <a:ext cx="4114800" cy="2743200"/>
          </a:xfrm>
          <a:prstGeom prst="rect">
            <a:avLst/>
          </a:prstGeom>
          <a:solidFill>
            <a:srgbClr val="FFFFFF"/>
          </a:solidFill>
          <a:ln w="19050">
            <a:solidFill>
              <a:srgbClr val="C039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846320" y="1737360"/>
            <a:ext cx="3931920" cy="2560320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l">
              <a:defRPr sz="800" b="0">
                <a:solidFill>
                  <a:srgbClr val="000000"/>
                </a:solidFill>
                <a:latin typeface="Arial"/>
              </a:defRPr>
            </a:pPr>
            <a:r>
              <a:t>{{option_b_content}}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4320" y="4572000"/>
            <a:ext cx="8595360" cy="36576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65760" y="4590288"/>
            <a:ext cx="8412480" cy="329184"/>
          </a:xfrm>
          <a:prstGeom prst="rect">
            <a:avLst/>
          </a:prstGeom>
          <a:noFill/>
        </p:spPr>
        <p:txBody>
          <a:bodyPr wrap="square" anchor="ctr" lIns="54864" rIns="54864" tIns="27432" bIns="27432">
            <a:spAutoFit/>
          </a:bodyPr>
          <a:lstStyle/>
          <a:p>
            <a:pPr algn="l">
              <a:defRPr sz="800" b="1">
                <a:solidFill>
                  <a:srgbClr val="000000"/>
                </a:solidFill>
                <a:latin typeface="Arial"/>
              </a:defRPr>
            </a:pPr>
            <a:r>
              <a:t>{{comparison_criteria}}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74320" y="5943600"/>
            <a:ext cx="8595360" cy="45720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274320" y="5943600"/>
            <a:ext cx="54864" cy="457200"/>
          </a:xfrm>
          <a:prstGeom prst="rect">
            <a:avLst/>
          </a:prstGeom>
          <a:solidFill>
            <a:srgbClr val="FD51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7200" y="5989320"/>
            <a:ext cx="8229600" cy="365760"/>
          </a:xfrm>
          <a:prstGeom prst="rect">
            <a:avLst/>
          </a:prstGeom>
          <a:noFill/>
        </p:spPr>
        <p:txBody>
          <a:bodyPr wrap="square" anchor="ctr" lIns="54864" rIns="54864" tIns="27432" bIns="27432">
            <a:spAutoFit/>
          </a:bodyPr>
          <a:lstStyle/>
          <a:p>
            <a:pPr algn="l">
              <a:defRPr sz="900" b="1">
                <a:solidFill>
                  <a:srgbClr val="FFFFFF"/>
                </a:solidFill>
                <a:latin typeface="Arial"/>
              </a:defRPr>
            </a:pPr>
            <a:r>
              <a:t>{{takeaway}}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6576" cy="502920"/>
          </a:xfrm>
          <a:prstGeom prst="rect">
            <a:avLst/>
          </a:prstGeom>
          <a:solidFill>
            <a:srgbClr val="FD51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" y="73152"/>
            <a:ext cx="5943600" cy="365760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Georgia"/>
              </a:defRPr>
            </a:pPr>
            <a:r>
              <a:t>{{title}}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0" y="109728"/>
            <a:ext cx="2743200" cy="274320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r">
              <a:defRPr sz="700" b="0">
                <a:solidFill>
                  <a:srgbClr val="CBD1D6"/>
                </a:solidFill>
                <a:latin typeface="Arial"/>
              </a:defRPr>
            </a:pPr>
            <a:r>
              <a:t>{{breadcrumb}}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6537960"/>
            <a:ext cx="8595360" cy="4572"/>
          </a:xfrm>
          <a:prstGeom prst="rect">
            <a:avLst/>
          </a:prstGeom>
          <a:solidFill>
            <a:srgbClr val="DDDD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6583680"/>
            <a:ext cx="4572000" cy="182880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l">
              <a:defRPr sz="600" b="0">
                <a:solidFill>
                  <a:srgbClr val="A1A8B3"/>
                </a:solidFill>
                <a:latin typeface="Arial"/>
              </a:defRPr>
            </a:pPr>
            <a:r>
              <a:t>Strictly Private and Confidential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3200400"/>
            <a:ext cx="8229600" cy="73152"/>
          </a:xfrm>
          <a:prstGeom prst="rect">
            <a:avLst/>
          </a:prstGeom>
          <a:solidFill>
            <a:srgbClr val="A1A8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731520" y="3017520"/>
            <a:ext cx="411480" cy="411480"/>
          </a:xfrm>
          <a:prstGeom prst="ellipse">
            <a:avLst/>
          </a:prstGeom>
          <a:solidFill>
            <a:srgbClr val="FD51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FFFFF"/>
                </a:solidFill>
                <a:latin typeface="Arial"/>
              </a:defRPr>
            </a:pPr>
            <a:r>
              <a:t>{{year_1}}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914400" y="2560320"/>
            <a:ext cx="0" cy="457200"/>
          </a:xfrm>
          <a:prstGeom prst="line">
            <a:avLst/>
          </a:prstGeom>
          <a:ln w="9525">
            <a:solidFill>
              <a:srgbClr val="DDDDD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ectangle 10"/>
          <p:cNvSpPr/>
          <p:nvPr/>
        </p:nvSpPr>
        <p:spPr>
          <a:xfrm>
            <a:off x="274320" y="1097280"/>
            <a:ext cx="1463040" cy="137160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5760" y="1143000"/>
            <a:ext cx="1280160" cy="228600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l">
              <a:defRPr sz="800" b="1">
                <a:solidFill>
                  <a:srgbClr val="FD5108"/>
                </a:solidFill>
                <a:latin typeface="Arial"/>
              </a:defRPr>
            </a:pPr>
            <a:r>
              <a:t>{{milestone_1_title}}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1417320"/>
            <a:ext cx="1280160" cy="914400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l">
              <a:defRPr sz="700" b="0">
                <a:solidFill>
                  <a:srgbClr val="000000"/>
                </a:solidFill>
                <a:latin typeface="Arial"/>
              </a:defRPr>
            </a:pPr>
            <a:r>
              <a:t>{{milestone_1_content}}</a:t>
            </a:r>
          </a:p>
        </p:txBody>
      </p:sp>
      <p:sp>
        <p:nvSpPr>
          <p:cNvPr id="14" name="Oval 13"/>
          <p:cNvSpPr/>
          <p:nvPr/>
        </p:nvSpPr>
        <p:spPr>
          <a:xfrm>
            <a:off x="2560320" y="3017520"/>
            <a:ext cx="411480" cy="411480"/>
          </a:xfrm>
          <a:prstGeom prst="ellipse">
            <a:avLst/>
          </a:prstGeom>
          <a:solidFill>
            <a:srgbClr val="FD51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FFFFF"/>
                </a:solidFill>
                <a:latin typeface="Arial"/>
              </a:defRPr>
            </a:pPr>
            <a:r>
              <a:t>{{year_2}}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2743200" y="3429000"/>
            <a:ext cx="0" cy="228600"/>
          </a:xfrm>
          <a:prstGeom prst="line">
            <a:avLst/>
          </a:prstGeom>
          <a:ln w="9525">
            <a:solidFill>
              <a:srgbClr val="DDDDD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ectangle 15"/>
          <p:cNvSpPr/>
          <p:nvPr/>
        </p:nvSpPr>
        <p:spPr>
          <a:xfrm>
            <a:off x="2103120" y="3657600"/>
            <a:ext cx="1463040" cy="137160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194560" y="3703320"/>
            <a:ext cx="1280160" cy="228600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l">
              <a:defRPr sz="800" b="1">
                <a:solidFill>
                  <a:srgbClr val="FD5108"/>
                </a:solidFill>
                <a:latin typeface="Arial"/>
              </a:defRPr>
            </a:pPr>
            <a:r>
              <a:t>{{milestone_2_title}}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194560" y="3977639"/>
            <a:ext cx="1280160" cy="914400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l">
              <a:defRPr sz="700" b="0">
                <a:solidFill>
                  <a:srgbClr val="000000"/>
                </a:solidFill>
                <a:latin typeface="Arial"/>
              </a:defRPr>
            </a:pPr>
            <a:r>
              <a:t>{{milestone_2_content}}</a:t>
            </a:r>
          </a:p>
        </p:txBody>
      </p:sp>
      <p:sp>
        <p:nvSpPr>
          <p:cNvPr id="19" name="Oval 18"/>
          <p:cNvSpPr/>
          <p:nvPr/>
        </p:nvSpPr>
        <p:spPr>
          <a:xfrm>
            <a:off x="4389120" y="3017520"/>
            <a:ext cx="411480" cy="411480"/>
          </a:xfrm>
          <a:prstGeom prst="ellipse">
            <a:avLst/>
          </a:prstGeom>
          <a:solidFill>
            <a:srgbClr val="FE7C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FFFFF"/>
                </a:solidFill>
                <a:latin typeface="Arial"/>
              </a:defRPr>
            </a:pPr>
            <a:r>
              <a:t>{{year_3}}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4572000" y="2560320"/>
            <a:ext cx="0" cy="457200"/>
          </a:xfrm>
          <a:prstGeom prst="line">
            <a:avLst/>
          </a:prstGeom>
          <a:ln w="9525">
            <a:solidFill>
              <a:srgbClr val="DDDDD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ectangle 20"/>
          <p:cNvSpPr/>
          <p:nvPr/>
        </p:nvSpPr>
        <p:spPr>
          <a:xfrm>
            <a:off x="3931920" y="1097280"/>
            <a:ext cx="1463040" cy="137160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023360" y="1143000"/>
            <a:ext cx="1280160" cy="228600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l">
              <a:defRPr sz="800" b="1">
                <a:solidFill>
                  <a:srgbClr val="FD5108"/>
                </a:solidFill>
                <a:latin typeface="Arial"/>
              </a:defRPr>
            </a:pPr>
            <a:r>
              <a:t>{{milestone_3_title}}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023360" y="1417320"/>
            <a:ext cx="1280160" cy="914400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l">
              <a:defRPr sz="700" b="0">
                <a:solidFill>
                  <a:srgbClr val="000000"/>
                </a:solidFill>
                <a:latin typeface="Arial"/>
              </a:defRPr>
            </a:pPr>
            <a:r>
              <a:t>{{milestone_3_content}}</a:t>
            </a:r>
          </a:p>
        </p:txBody>
      </p:sp>
      <p:sp>
        <p:nvSpPr>
          <p:cNvPr id="24" name="Oval 23"/>
          <p:cNvSpPr/>
          <p:nvPr/>
        </p:nvSpPr>
        <p:spPr>
          <a:xfrm>
            <a:off x="6217920" y="3017520"/>
            <a:ext cx="411480" cy="411480"/>
          </a:xfrm>
          <a:prstGeom prst="ellipse">
            <a:avLst/>
          </a:prstGeom>
          <a:solidFill>
            <a:srgbClr val="B5BC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000000"/>
                </a:solidFill>
                <a:latin typeface="Arial"/>
              </a:defRPr>
            </a:pPr>
            <a:r>
              <a:t>{{year_4}}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6400800" y="3429000"/>
            <a:ext cx="0" cy="228600"/>
          </a:xfrm>
          <a:prstGeom prst="line">
            <a:avLst/>
          </a:prstGeom>
          <a:ln w="9525">
            <a:solidFill>
              <a:srgbClr val="DDDDD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ectangle 25"/>
          <p:cNvSpPr/>
          <p:nvPr/>
        </p:nvSpPr>
        <p:spPr>
          <a:xfrm>
            <a:off x="5760720" y="3657600"/>
            <a:ext cx="1463040" cy="137160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852160" y="3703320"/>
            <a:ext cx="1280160" cy="228600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l">
              <a:defRPr sz="800" b="1">
                <a:solidFill>
                  <a:srgbClr val="000000"/>
                </a:solidFill>
                <a:latin typeface="Arial"/>
              </a:defRPr>
            </a:pPr>
            <a:r>
              <a:t>{{milestone_4_title}}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852160" y="3977639"/>
            <a:ext cx="1280160" cy="914400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l">
              <a:defRPr sz="700" b="0">
                <a:solidFill>
                  <a:srgbClr val="000000"/>
                </a:solidFill>
                <a:latin typeface="Arial"/>
              </a:defRPr>
            </a:pPr>
            <a:r>
              <a:t>{{milestone_4_content}}</a:t>
            </a:r>
          </a:p>
        </p:txBody>
      </p:sp>
      <p:sp>
        <p:nvSpPr>
          <p:cNvPr id="29" name="Oval 28"/>
          <p:cNvSpPr/>
          <p:nvPr/>
        </p:nvSpPr>
        <p:spPr>
          <a:xfrm>
            <a:off x="8046720" y="3017520"/>
            <a:ext cx="411480" cy="411480"/>
          </a:xfrm>
          <a:prstGeom prst="ellipse">
            <a:avLst/>
          </a:prstGeom>
          <a:solidFill>
            <a:srgbClr val="A1A8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000000"/>
                </a:solidFill>
                <a:latin typeface="Arial"/>
              </a:defRPr>
            </a:pPr>
            <a:r>
              <a:t>{{year_5}}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8229600" y="2560320"/>
            <a:ext cx="0" cy="457200"/>
          </a:xfrm>
          <a:prstGeom prst="line">
            <a:avLst/>
          </a:prstGeom>
          <a:ln w="9525">
            <a:solidFill>
              <a:srgbClr val="DDDDD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Rectangle 30"/>
          <p:cNvSpPr/>
          <p:nvPr/>
        </p:nvSpPr>
        <p:spPr>
          <a:xfrm>
            <a:off x="7589520" y="1097280"/>
            <a:ext cx="1463040" cy="137160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680960" y="1143000"/>
            <a:ext cx="1280160" cy="228600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l">
              <a:defRPr sz="800" b="1">
                <a:solidFill>
                  <a:srgbClr val="000000"/>
                </a:solidFill>
                <a:latin typeface="Arial"/>
              </a:defRPr>
            </a:pPr>
            <a:r>
              <a:t>{{milestone_5_title}}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680960" y="1417320"/>
            <a:ext cx="1280160" cy="914400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l">
              <a:defRPr sz="700" b="0">
                <a:solidFill>
                  <a:srgbClr val="000000"/>
                </a:solidFill>
                <a:latin typeface="Arial"/>
              </a:defRPr>
            </a:pPr>
            <a:r>
              <a:t>{{milestone_5_content}}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74320" y="5943600"/>
            <a:ext cx="8595360" cy="45720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274320" y="5943600"/>
            <a:ext cx="54864" cy="457200"/>
          </a:xfrm>
          <a:prstGeom prst="rect">
            <a:avLst/>
          </a:prstGeom>
          <a:solidFill>
            <a:srgbClr val="FD51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57200" y="5989320"/>
            <a:ext cx="8229600" cy="365760"/>
          </a:xfrm>
          <a:prstGeom prst="rect">
            <a:avLst/>
          </a:prstGeom>
          <a:noFill/>
        </p:spPr>
        <p:txBody>
          <a:bodyPr wrap="square" anchor="ctr" lIns="54864" rIns="54864" tIns="27432" bIns="27432">
            <a:spAutoFit/>
          </a:bodyPr>
          <a:lstStyle/>
          <a:p>
            <a:pPr algn="l">
              <a:defRPr sz="900" b="1">
                <a:solidFill>
                  <a:srgbClr val="FFFFFF"/>
                </a:solidFill>
                <a:latin typeface="Arial"/>
              </a:defRPr>
            </a:pPr>
            <a:r>
              <a:t>{{takeaway}}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6576" cy="502920"/>
          </a:xfrm>
          <a:prstGeom prst="rect">
            <a:avLst/>
          </a:prstGeom>
          <a:solidFill>
            <a:srgbClr val="FD51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" y="73152"/>
            <a:ext cx="5943600" cy="365760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Georgia"/>
              </a:defRPr>
            </a:pPr>
            <a:r>
              <a:t>{{title}}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0" y="109728"/>
            <a:ext cx="2743200" cy="274320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r">
              <a:defRPr sz="700" b="0">
                <a:solidFill>
                  <a:srgbClr val="CBD1D6"/>
                </a:solidFill>
                <a:latin typeface="Arial"/>
              </a:defRPr>
            </a:pPr>
            <a:r>
              <a:t>{{breadcrumb}}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6537960"/>
            <a:ext cx="8595360" cy="4572"/>
          </a:xfrm>
          <a:prstGeom prst="rect">
            <a:avLst/>
          </a:prstGeom>
          <a:solidFill>
            <a:srgbClr val="DDDD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6583680"/>
            <a:ext cx="4572000" cy="182880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l">
              <a:defRPr sz="600" b="0">
                <a:solidFill>
                  <a:srgbClr val="A1A8B3"/>
                </a:solidFill>
                <a:latin typeface="Arial"/>
              </a:defRPr>
            </a:pPr>
            <a:r>
              <a:t>Strictly Private and Confidential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640080"/>
            <a:ext cx="3840480" cy="365760"/>
          </a:xfrm>
          <a:prstGeom prst="rect">
            <a:avLst/>
          </a:prstGeom>
          <a:solidFill>
            <a:srgbClr val="A1A8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658368"/>
            <a:ext cx="3657600" cy="329184"/>
          </a:xfrm>
          <a:prstGeom prst="rect">
            <a:avLst/>
          </a:prstGeom>
          <a:noFill/>
        </p:spPr>
        <p:txBody>
          <a:bodyPr wrap="square" anchor="ctr" lIns="54864" rIns="54864" tIns="27432" bIns="27432">
            <a:spAutoFit/>
          </a:bodyPr>
          <a:lstStyle/>
          <a:p>
            <a:pPr algn="l">
              <a:defRPr sz="1000" b="1">
                <a:solidFill>
                  <a:srgbClr val="FFFFFF"/>
                </a:solidFill>
                <a:latin typeface="Arial"/>
              </a:defRPr>
            </a:pPr>
            <a:r>
              <a:t>AS-IS (현재)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" y="1005840"/>
            <a:ext cx="3840480" cy="3474720"/>
          </a:xfrm>
          <a:prstGeom prst="rect">
            <a:avLst/>
          </a:prstGeom>
          <a:solidFill>
            <a:srgbClr val="F2F2F2"/>
          </a:solidFill>
          <a:ln w="6350">
            <a:solidFill>
              <a:srgbClr val="DDDD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5760" y="1097280"/>
            <a:ext cx="3657600" cy="3291840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l">
              <a:defRPr sz="800" b="0">
                <a:solidFill>
                  <a:srgbClr val="000000"/>
                </a:solidFill>
                <a:latin typeface="Arial"/>
              </a:defRPr>
            </a:pPr>
            <a:r>
              <a:t>{{before_content}}</a:t>
            </a:r>
          </a:p>
        </p:txBody>
      </p:sp>
      <p:sp>
        <p:nvSpPr>
          <p:cNvPr id="12" name="Oval 11"/>
          <p:cNvSpPr/>
          <p:nvPr/>
        </p:nvSpPr>
        <p:spPr>
          <a:xfrm>
            <a:off x="4251960" y="2377440"/>
            <a:ext cx="640080" cy="640080"/>
          </a:xfrm>
          <a:prstGeom prst="ellipse">
            <a:avLst/>
          </a:prstGeom>
          <a:solidFill>
            <a:srgbClr val="FD51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FFFFFF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29200" y="640080"/>
            <a:ext cx="3840480" cy="365760"/>
          </a:xfrm>
          <a:prstGeom prst="rect">
            <a:avLst/>
          </a:prstGeom>
          <a:solidFill>
            <a:srgbClr val="FD51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120640" y="658368"/>
            <a:ext cx="3657600" cy="329184"/>
          </a:xfrm>
          <a:prstGeom prst="rect">
            <a:avLst/>
          </a:prstGeom>
          <a:noFill/>
        </p:spPr>
        <p:txBody>
          <a:bodyPr wrap="square" anchor="ctr" lIns="54864" rIns="54864" tIns="27432" bIns="27432">
            <a:spAutoFit/>
          </a:bodyPr>
          <a:lstStyle/>
          <a:p>
            <a:pPr algn="l">
              <a:defRPr sz="1000" b="1">
                <a:solidFill>
                  <a:srgbClr val="FFFFFF"/>
                </a:solidFill>
                <a:latin typeface="Arial"/>
              </a:defRPr>
            </a:pPr>
            <a:r>
              <a:t>TO-BE (미래)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29200" y="1005840"/>
            <a:ext cx="3840480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FD510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120640" y="1097280"/>
            <a:ext cx="3657600" cy="3291840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l">
              <a:defRPr sz="800" b="0">
                <a:solidFill>
                  <a:srgbClr val="000000"/>
                </a:solidFill>
                <a:latin typeface="Arial"/>
              </a:defRPr>
            </a:pPr>
            <a:r>
              <a:t>{{after_content}}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29200" y="4663440"/>
            <a:ext cx="3840480" cy="411480"/>
          </a:xfrm>
          <a:prstGeom prst="rect">
            <a:avLst/>
          </a:prstGeom>
          <a:solidFill>
            <a:srgbClr val="FD51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120640" y="4681728"/>
            <a:ext cx="3657600" cy="374904"/>
          </a:xfrm>
          <a:prstGeom prst="rect">
            <a:avLst/>
          </a:prstGeom>
          <a:noFill/>
        </p:spPr>
        <p:txBody>
          <a:bodyPr wrap="square" anchor="ctr" lIns="54864" rIns="54864" tIns="27432" bIns="27432">
            <a:spAutoFit/>
          </a:bodyPr>
          <a:lstStyle/>
          <a:p>
            <a:pPr algn="l">
              <a:defRPr sz="800" b="1">
                <a:solidFill>
                  <a:srgbClr val="FFFFFF"/>
                </a:solidFill>
                <a:latin typeface="Arial"/>
              </a:defRPr>
            </a:pPr>
            <a:r>
              <a:t>{{expected_effect}}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74320" y="5303520"/>
            <a:ext cx="8595360" cy="45720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74320" y="5303520"/>
            <a:ext cx="54864" cy="457200"/>
          </a:xfrm>
          <a:prstGeom prst="rect">
            <a:avLst/>
          </a:prstGeom>
          <a:solidFill>
            <a:srgbClr val="FD51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7200" y="5349240"/>
            <a:ext cx="8229600" cy="365760"/>
          </a:xfrm>
          <a:prstGeom prst="rect">
            <a:avLst/>
          </a:prstGeom>
          <a:noFill/>
        </p:spPr>
        <p:txBody>
          <a:bodyPr wrap="square" anchor="ctr" lIns="54864" rIns="54864" tIns="27432" bIns="27432">
            <a:spAutoFit/>
          </a:bodyPr>
          <a:lstStyle/>
          <a:p>
            <a:pPr algn="l">
              <a:defRPr sz="900" b="1">
                <a:solidFill>
                  <a:srgbClr val="FFFFFF"/>
                </a:solidFill>
                <a:latin typeface="Arial"/>
              </a:defRPr>
            </a:pPr>
            <a:r>
              <a:t>{{takeaway}}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6576" cy="502920"/>
          </a:xfrm>
          <a:prstGeom prst="rect">
            <a:avLst/>
          </a:prstGeom>
          <a:solidFill>
            <a:srgbClr val="FD51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" y="73152"/>
            <a:ext cx="5943600" cy="365760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Georgia"/>
              </a:defRPr>
            </a:pPr>
            <a:r>
              <a:t>{{title}}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0" y="109728"/>
            <a:ext cx="2743200" cy="274320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r">
              <a:defRPr sz="700" b="0">
                <a:solidFill>
                  <a:srgbClr val="CBD1D6"/>
                </a:solidFill>
                <a:latin typeface="Arial"/>
              </a:defRPr>
            </a:pPr>
            <a:r>
              <a:t>{{breadcrumb}}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6537960"/>
            <a:ext cx="8595360" cy="4572"/>
          </a:xfrm>
          <a:prstGeom prst="rect">
            <a:avLst/>
          </a:prstGeom>
          <a:solidFill>
            <a:srgbClr val="DDDD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6583680"/>
            <a:ext cx="4572000" cy="182880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l">
              <a:defRPr sz="600" b="0">
                <a:solidFill>
                  <a:srgbClr val="A1A8B3"/>
                </a:solidFill>
                <a:latin typeface="Arial"/>
              </a:defRPr>
            </a:pPr>
            <a:r>
              <a:t>Strictly Private and Confidential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640080"/>
            <a:ext cx="2743200" cy="411480"/>
          </a:xfrm>
          <a:prstGeom prst="rect">
            <a:avLst/>
          </a:prstGeom>
          <a:solidFill>
            <a:srgbClr val="FD51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667512"/>
            <a:ext cx="548640" cy="365760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Georgia"/>
              </a:defRPr>
            </a:pPr>
            <a:r>
              <a:t>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1143000"/>
            <a:ext cx="2560320" cy="274320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l">
              <a:defRPr sz="900" b="1">
                <a:solidFill>
                  <a:srgbClr val="000000"/>
                </a:solidFill>
                <a:latin typeface="Arial"/>
              </a:defRPr>
            </a:pPr>
            <a:r>
              <a:t>{{grid0_header}}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1463040"/>
            <a:ext cx="2743200" cy="146304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47472" y="1508760"/>
            <a:ext cx="2596896" cy="1280160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l">
              <a:defRPr sz="700" b="0">
                <a:solidFill>
                  <a:srgbClr val="000000"/>
                </a:solidFill>
                <a:latin typeface="Arial"/>
              </a:defRPr>
            </a:pPr>
            <a:r>
              <a:t>{{grid0_content}}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127248" y="640080"/>
            <a:ext cx="2743200" cy="411480"/>
          </a:xfrm>
          <a:prstGeom prst="rect">
            <a:avLst/>
          </a:prstGeom>
          <a:solidFill>
            <a:srgbClr val="FE7C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218688" y="667512"/>
            <a:ext cx="548640" cy="365760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Georgia"/>
              </a:defRPr>
            </a:pPr>
            <a:r>
              <a:t>01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18688" y="1143000"/>
            <a:ext cx="2560320" cy="274320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l">
              <a:defRPr sz="900" b="1">
                <a:solidFill>
                  <a:srgbClr val="000000"/>
                </a:solidFill>
                <a:latin typeface="Arial"/>
              </a:defRPr>
            </a:pPr>
            <a:r>
              <a:t>{{grid1_header}}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127248" y="1463040"/>
            <a:ext cx="2743200" cy="146304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200400" y="1508760"/>
            <a:ext cx="2596896" cy="1280160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l">
              <a:defRPr sz="700" b="0">
                <a:solidFill>
                  <a:srgbClr val="000000"/>
                </a:solidFill>
                <a:latin typeface="Arial"/>
              </a:defRPr>
            </a:pPr>
            <a:r>
              <a:t>{{grid1_content}}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980176" y="640080"/>
            <a:ext cx="2743200" cy="411480"/>
          </a:xfrm>
          <a:prstGeom prst="rect">
            <a:avLst/>
          </a:prstGeom>
          <a:solidFill>
            <a:srgbClr val="FFAA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071616" y="667512"/>
            <a:ext cx="548640" cy="365760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Georgia"/>
              </a:defRPr>
            </a:pPr>
            <a:r>
              <a:t>02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071616" y="1143000"/>
            <a:ext cx="2560320" cy="274320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l">
              <a:defRPr sz="900" b="1">
                <a:solidFill>
                  <a:srgbClr val="000000"/>
                </a:solidFill>
                <a:latin typeface="Arial"/>
              </a:defRPr>
            </a:pPr>
            <a:r>
              <a:t>{{grid2_header}}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980176" y="1463040"/>
            <a:ext cx="2743200" cy="146304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053328" y="1508760"/>
            <a:ext cx="2596896" cy="1280160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l">
              <a:defRPr sz="700" b="0">
                <a:solidFill>
                  <a:srgbClr val="000000"/>
                </a:solidFill>
                <a:latin typeface="Arial"/>
              </a:defRPr>
            </a:pPr>
            <a:r>
              <a:t>{{grid2_content}}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74320" y="3035808"/>
            <a:ext cx="2743200" cy="411480"/>
          </a:xfrm>
          <a:prstGeom prst="rect">
            <a:avLst/>
          </a:prstGeom>
          <a:solidFill>
            <a:srgbClr val="CBD1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65760" y="3063240"/>
            <a:ext cx="548640" cy="365760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l">
              <a:defRPr sz="1800" b="1">
                <a:solidFill>
                  <a:srgbClr val="000000"/>
                </a:solidFill>
                <a:latin typeface="Georgia"/>
              </a:defRPr>
            </a:pPr>
            <a:r>
              <a:t>03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65760" y="3538728"/>
            <a:ext cx="2560320" cy="274320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l">
              <a:defRPr sz="900" b="1">
                <a:solidFill>
                  <a:srgbClr val="000000"/>
                </a:solidFill>
                <a:latin typeface="Arial"/>
              </a:defRPr>
            </a:pPr>
            <a:r>
              <a:t>{{grid3_header}}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74320" y="3858768"/>
            <a:ext cx="2743200" cy="146304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47472" y="3904488"/>
            <a:ext cx="2596896" cy="1280160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l">
              <a:defRPr sz="700" b="0">
                <a:solidFill>
                  <a:srgbClr val="000000"/>
                </a:solidFill>
                <a:latin typeface="Arial"/>
              </a:defRPr>
            </a:pPr>
            <a:r>
              <a:t>{{grid3_content}}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127248" y="3035808"/>
            <a:ext cx="2743200" cy="411480"/>
          </a:xfrm>
          <a:prstGeom prst="rect">
            <a:avLst/>
          </a:prstGeom>
          <a:solidFill>
            <a:srgbClr val="B5BC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218688" y="3063240"/>
            <a:ext cx="548640" cy="365760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l">
              <a:defRPr sz="1800" b="1">
                <a:solidFill>
                  <a:srgbClr val="000000"/>
                </a:solidFill>
                <a:latin typeface="Georgia"/>
              </a:defRPr>
            </a:pPr>
            <a:r>
              <a:t>04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218688" y="3538728"/>
            <a:ext cx="2560320" cy="274320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l">
              <a:defRPr sz="900" b="1">
                <a:solidFill>
                  <a:srgbClr val="000000"/>
                </a:solidFill>
                <a:latin typeface="Arial"/>
              </a:defRPr>
            </a:pPr>
            <a:r>
              <a:t>{{grid4_header}}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127248" y="3858768"/>
            <a:ext cx="2743200" cy="146304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200400" y="3904488"/>
            <a:ext cx="2596896" cy="1280160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l">
              <a:defRPr sz="700" b="0">
                <a:solidFill>
                  <a:srgbClr val="000000"/>
                </a:solidFill>
                <a:latin typeface="Arial"/>
              </a:defRPr>
            </a:pPr>
            <a:r>
              <a:t>{{grid4_content}}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980176" y="3035808"/>
            <a:ext cx="2743200" cy="411480"/>
          </a:xfrm>
          <a:prstGeom prst="rect">
            <a:avLst/>
          </a:prstGeom>
          <a:solidFill>
            <a:srgbClr val="A1A8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071616" y="3063240"/>
            <a:ext cx="548640" cy="365760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l">
              <a:defRPr sz="1800" b="1">
                <a:solidFill>
                  <a:srgbClr val="000000"/>
                </a:solidFill>
                <a:latin typeface="Georgia"/>
              </a:defRPr>
            </a:pPr>
            <a:r>
              <a:t>05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071616" y="3538728"/>
            <a:ext cx="2560320" cy="274320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l">
              <a:defRPr sz="900" b="1">
                <a:solidFill>
                  <a:srgbClr val="000000"/>
                </a:solidFill>
                <a:latin typeface="Arial"/>
              </a:defRPr>
            </a:pPr>
            <a:r>
              <a:t>{{grid5_header}}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980176" y="3858768"/>
            <a:ext cx="2743200" cy="146304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053328" y="3904488"/>
            <a:ext cx="2596896" cy="1280160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l">
              <a:defRPr sz="700" b="0">
                <a:solidFill>
                  <a:srgbClr val="000000"/>
                </a:solidFill>
                <a:latin typeface="Arial"/>
              </a:defRPr>
            </a:pPr>
            <a:r>
              <a:t>{{grid5_content}}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6576" cy="502920"/>
          </a:xfrm>
          <a:prstGeom prst="rect">
            <a:avLst/>
          </a:prstGeom>
          <a:solidFill>
            <a:srgbClr val="FD51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" y="73152"/>
            <a:ext cx="5943600" cy="365760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Georgia"/>
              </a:defRPr>
            </a:pPr>
            <a:r>
              <a:t>{{title}}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0" y="109728"/>
            <a:ext cx="2743200" cy="274320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r">
              <a:defRPr sz="700" b="0">
                <a:solidFill>
                  <a:srgbClr val="CBD1D6"/>
                </a:solidFill>
                <a:latin typeface="Arial"/>
              </a:defRPr>
            </a:pPr>
            <a:r>
              <a:t>{{breadcrumb}}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6537960"/>
            <a:ext cx="8595360" cy="4572"/>
          </a:xfrm>
          <a:prstGeom prst="rect">
            <a:avLst/>
          </a:prstGeom>
          <a:solidFill>
            <a:srgbClr val="DDDD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6583680"/>
            <a:ext cx="4572000" cy="182880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l">
              <a:defRPr sz="600" b="0">
                <a:solidFill>
                  <a:srgbClr val="A1A8B3"/>
                </a:solidFill>
                <a:latin typeface="Arial"/>
              </a:defRPr>
            </a:pPr>
            <a:r>
              <a:t>Strictly Private and Confidential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685800"/>
            <a:ext cx="4160520" cy="256032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411479" y="822960"/>
            <a:ext cx="320040" cy="320040"/>
          </a:xfrm>
          <a:prstGeom prst="ellipse">
            <a:avLst/>
          </a:prstGeom>
          <a:solidFill>
            <a:srgbClr val="FD51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  <a:latin typeface="Arial"/>
              </a:defRPr>
            </a:pPr>
            <a: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59" y="850392"/>
            <a:ext cx="3429000" cy="274320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l">
              <a:defRPr sz="900" b="1">
                <a:solidFill>
                  <a:srgbClr val="000000"/>
                </a:solidFill>
                <a:latin typeface="Arial"/>
              </a:defRPr>
            </a:pPr>
            <a:r>
              <a:t>{{kpi1_label}}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1325880"/>
            <a:ext cx="3611879" cy="731520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ctr">
              <a:defRPr sz="3200" b="1">
                <a:solidFill>
                  <a:srgbClr val="FD5108"/>
                </a:solidFill>
                <a:latin typeface="Arial"/>
              </a:defRPr>
            </a:pPr>
            <a:r>
              <a:t>{{kpi1_value}}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2148840"/>
            <a:ext cx="3794759" cy="914400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l">
              <a:defRPr sz="800" b="0">
                <a:solidFill>
                  <a:srgbClr val="000000"/>
                </a:solidFill>
                <a:latin typeface="Arial"/>
              </a:defRPr>
            </a:pPr>
            <a:r>
              <a:t>{{kpi1_detail}}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709160" y="685800"/>
            <a:ext cx="4160520" cy="256032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4846320" y="822960"/>
            <a:ext cx="320040" cy="320040"/>
          </a:xfrm>
          <a:prstGeom prst="ellipse">
            <a:avLst/>
          </a:prstGeom>
          <a:solidFill>
            <a:srgbClr val="FD51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  <a:latin typeface="Arial"/>
              </a:defRPr>
            </a:pPr>
            <a: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257800" y="850392"/>
            <a:ext cx="3429000" cy="274320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l">
              <a:defRPr sz="900" b="1">
                <a:solidFill>
                  <a:srgbClr val="000000"/>
                </a:solidFill>
                <a:latin typeface="Arial"/>
              </a:defRPr>
            </a:pPr>
            <a:r>
              <a:t>{{kpi2_label}}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983480" y="1325880"/>
            <a:ext cx="3611879" cy="731520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ctr">
              <a:defRPr sz="3200" b="1">
                <a:solidFill>
                  <a:srgbClr val="FD5108"/>
                </a:solidFill>
                <a:latin typeface="Arial"/>
              </a:defRPr>
            </a:pPr>
            <a:r>
              <a:t>{{kpi2_value}}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892040" y="2148840"/>
            <a:ext cx="3794759" cy="914400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l">
              <a:defRPr sz="800" b="0">
                <a:solidFill>
                  <a:srgbClr val="000000"/>
                </a:solidFill>
                <a:latin typeface="Arial"/>
              </a:defRPr>
            </a:pPr>
            <a:r>
              <a:t>{{kpi2_detail}}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4320" y="3520440"/>
            <a:ext cx="4160520" cy="256032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411479" y="3657600"/>
            <a:ext cx="320040" cy="320040"/>
          </a:xfrm>
          <a:prstGeom prst="ellipse">
            <a:avLst/>
          </a:prstGeom>
          <a:solidFill>
            <a:srgbClr val="A1A8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  <a:latin typeface="Arial"/>
              </a:defRPr>
            </a:pPr>
            <a:r>
              <a:t>03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59" y="3685032"/>
            <a:ext cx="3429000" cy="274320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l">
              <a:defRPr sz="900" b="1">
                <a:solidFill>
                  <a:srgbClr val="000000"/>
                </a:solidFill>
                <a:latin typeface="Arial"/>
              </a:defRPr>
            </a:pPr>
            <a:r>
              <a:t>{{kpi3_label}}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4160520"/>
            <a:ext cx="3611879" cy="731520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ctr">
              <a:defRPr sz="3200" b="1">
                <a:solidFill>
                  <a:srgbClr val="1A1A1A"/>
                </a:solidFill>
                <a:latin typeface="Arial"/>
              </a:defRPr>
            </a:pPr>
            <a:r>
              <a:t>{{kpi3_value}}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4983480"/>
            <a:ext cx="3794759" cy="914400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l">
              <a:defRPr sz="800" b="0">
                <a:solidFill>
                  <a:srgbClr val="000000"/>
                </a:solidFill>
                <a:latin typeface="Arial"/>
              </a:defRPr>
            </a:pPr>
            <a:r>
              <a:t>{{kpi3_detail}}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709160" y="3520440"/>
            <a:ext cx="4160520" cy="256032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4846320" y="3657600"/>
            <a:ext cx="320040" cy="320040"/>
          </a:xfrm>
          <a:prstGeom prst="ellipse">
            <a:avLst/>
          </a:prstGeom>
          <a:solidFill>
            <a:srgbClr val="A1A8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  <a:latin typeface="Arial"/>
              </a:defRPr>
            </a:pPr>
            <a:r>
              <a:t>04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257800" y="3685032"/>
            <a:ext cx="3429000" cy="274320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l">
              <a:defRPr sz="900" b="1">
                <a:solidFill>
                  <a:srgbClr val="000000"/>
                </a:solidFill>
                <a:latin typeface="Arial"/>
              </a:defRPr>
            </a:pPr>
            <a:r>
              <a:t>{{kpi4_label}}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983480" y="4160520"/>
            <a:ext cx="3611879" cy="731520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ctr">
              <a:defRPr sz="3200" b="1">
                <a:solidFill>
                  <a:srgbClr val="1A1A1A"/>
                </a:solidFill>
                <a:latin typeface="Arial"/>
              </a:defRPr>
            </a:pPr>
            <a:r>
              <a:t>{{kpi4_value}}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892040" y="4983480"/>
            <a:ext cx="3794759" cy="914400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l">
              <a:defRPr sz="800" b="0">
                <a:solidFill>
                  <a:srgbClr val="000000"/>
                </a:solidFill>
                <a:latin typeface="Arial"/>
              </a:defRPr>
            </a:pPr>
            <a:r>
              <a:t>{{kpi4_detail}}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74320" y="5943600"/>
            <a:ext cx="8595360" cy="45720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274320" y="5943600"/>
            <a:ext cx="54864" cy="457200"/>
          </a:xfrm>
          <a:prstGeom prst="rect">
            <a:avLst/>
          </a:prstGeom>
          <a:solidFill>
            <a:srgbClr val="FD51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57200" y="5989320"/>
            <a:ext cx="8229600" cy="365760"/>
          </a:xfrm>
          <a:prstGeom prst="rect">
            <a:avLst/>
          </a:prstGeom>
          <a:noFill/>
        </p:spPr>
        <p:txBody>
          <a:bodyPr wrap="square" anchor="ctr" lIns="54864" rIns="54864" tIns="27432" bIns="27432">
            <a:spAutoFit/>
          </a:bodyPr>
          <a:lstStyle/>
          <a:p>
            <a:pPr algn="l">
              <a:defRPr sz="900" b="1">
                <a:solidFill>
                  <a:srgbClr val="FFFFFF"/>
                </a:solidFill>
                <a:latin typeface="Arial"/>
              </a:defRPr>
            </a:pPr>
            <a:r>
              <a:t>{{takeaway}}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6576" cy="502920"/>
          </a:xfrm>
          <a:prstGeom prst="rect">
            <a:avLst/>
          </a:prstGeom>
          <a:solidFill>
            <a:srgbClr val="FD51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" y="73152"/>
            <a:ext cx="5943600" cy="365760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Georgia"/>
              </a:defRPr>
            </a:pPr>
            <a:r>
              <a:t>{{title}}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0" y="109728"/>
            <a:ext cx="2743200" cy="274320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r">
              <a:defRPr sz="700" b="0">
                <a:solidFill>
                  <a:srgbClr val="CBD1D6"/>
                </a:solidFill>
                <a:latin typeface="Arial"/>
              </a:defRPr>
            </a:pPr>
            <a:r>
              <a:t>{{breadcrumb}}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6537960"/>
            <a:ext cx="8595360" cy="4572"/>
          </a:xfrm>
          <a:prstGeom prst="rect">
            <a:avLst/>
          </a:prstGeom>
          <a:solidFill>
            <a:srgbClr val="DDDD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6583680"/>
            <a:ext cx="4572000" cy="182880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l">
              <a:defRPr sz="600" b="0">
                <a:solidFill>
                  <a:srgbClr val="A1A8B3"/>
                </a:solidFill>
                <a:latin typeface="Arial"/>
              </a:defRPr>
            </a:pPr>
            <a:r>
              <a:t>Strictly Private and Confidential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640080"/>
            <a:ext cx="4160520" cy="365760"/>
          </a:xfrm>
          <a:prstGeom prst="rect">
            <a:avLst/>
          </a:prstGeom>
          <a:solidFill>
            <a:srgbClr val="FD51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658368"/>
            <a:ext cx="3977639" cy="329184"/>
          </a:xfrm>
          <a:prstGeom prst="rect">
            <a:avLst/>
          </a:prstGeom>
          <a:noFill/>
        </p:spPr>
        <p:txBody>
          <a:bodyPr wrap="square" anchor="ctr" lIns="54864" rIns="54864" tIns="27432" bIns="27432">
            <a:spAutoFit/>
          </a:bodyPr>
          <a:lstStyle/>
          <a:p>
            <a:pPr algn="l">
              <a:defRPr sz="1000" b="1">
                <a:solidFill>
                  <a:srgbClr val="FFFFFF"/>
                </a:solidFill>
                <a:latin typeface="Arial"/>
              </a:defRPr>
            </a:pPr>
            <a:r>
              <a:t>{{q1_title}}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" y="1005840"/>
            <a:ext cx="4160520" cy="224028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5760" y="1097280"/>
            <a:ext cx="3977639" cy="2057400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l">
              <a:defRPr sz="800" b="0">
                <a:solidFill>
                  <a:srgbClr val="000000"/>
                </a:solidFill>
                <a:latin typeface="Arial"/>
              </a:defRPr>
            </a:pPr>
            <a:r>
              <a:t>{{q1_content}}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709160" y="640080"/>
            <a:ext cx="4160520" cy="365760"/>
          </a:xfrm>
          <a:prstGeom prst="rect">
            <a:avLst/>
          </a:prstGeom>
          <a:solidFill>
            <a:srgbClr val="FE7C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800600" y="658368"/>
            <a:ext cx="3977639" cy="329184"/>
          </a:xfrm>
          <a:prstGeom prst="rect">
            <a:avLst/>
          </a:prstGeom>
          <a:noFill/>
        </p:spPr>
        <p:txBody>
          <a:bodyPr wrap="square" anchor="ctr" lIns="54864" rIns="54864" tIns="27432" bIns="27432">
            <a:spAutoFit/>
          </a:bodyPr>
          <a:lstStyle/>
          <a:p>
            <a:pPr algn="l">
              <a:defRPr sz="1000" b="1">
                <a:solidFill>
                  <a:srgbClr val="FFFFFF"/>
                </a:solidFill>
                <a:latin typeface="Arial"/>
              </a:defRPr>
            </a:pPr>
            <a:r>
              <a:t>{{q2_title}}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709160" y="1005840"/>
            <a:ext cx="4160520" cy="224028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800600" y="1097280"/>
            <a:ext cx="3977639" cy="2057400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l">
              <a:defRPr sz="800" b="0">
                <a:solidFill>
                  <a:srgbClr val="000000"/>
                </a:solidFill>
                <a:latin typeface="Arial"/>
              </a:defRPr>
            </a:pPr>
            <a:r>
              <a:t>{{q2_content}}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74320" y="3520440"/>
            <a:ext cx="4160520" cy="365760"/>
          </a:xfrm>
          <a:prstGeom prst="rect">
            <a:avLst/>
          </a:prstGeom>
          <a:solidFill>
            <a:srgbClr val="A1A8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65760" y="3538728"/>
            <a:ext cx="3977639" cy="329184"/>
          </a:xfrm>
          <a:prstGeom prst="rect">
            <a:avLst/>
          </a:prstGeom>
          <a:noFill/>
        </p:spPr>
        <p:txBody>
          <a:bodyPr wrap="square" anchor="ctr" lIns="54864" rIns="54864" tIns="27432" bIns="27432">
            <a:spAutoFit/>
          </a:bodyPr>
          <a:lstStyle/>
          <a:p>
            <a:pPr algn="l">
              <a:defRPr sz="1000" b="1">
                <a:solidFill>
                  <a:srgbClr val="FFFFFF"/>
                </a:solidFill>
                <a:latin typeface="Arial"/>
              </a:defRPr>
            </a:pPr>
            <a:r>
              <a:t>{{q3_title}}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4320" y="3886200"/>
            <a:ext cx="4160520" cy="224028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65760" y="3977639"/>
            <a:ext cx="3977639" cy="2057400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l">
              <a:defRPr sz="800" b="0">
                <a:solidFill>
                  <a:srgbClr val="000000"/>
                </a:solidFill>
                <a:latin typeface="Arial"/>
              </a:defRPr>
            </a:pPr>
            <a:r>
              <a:t>{{q3_content}}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709160" y="3520440"/>
            <a:ext cx="4160520" cy="36576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800600" y="3538728"/>
            <a:ext cx="3977639" cy="329184"/>
          </a:xfrm>
          <a:prstGeom prst="rect">
            <a:avLst/>
          </a:prstGeom>
          <a:noFill/>
        </p:spPr>
        <p:txBody>
          <a:bodyPr wrap="square" anchor="ctr" lIns="54864" rIns="54864" tIns="27432" bIns="27432">
            <a:spAutoFit/>
          </a:bodyPr>
          <a:lstStyle/>
          <a:p>
            <a:pPr algn="l">
              <a:defRPr sz="1000" b="1">
                <a:solidFill>
                  <a:srgbClr val="FFFFFF"/>
                </a:solidFill>
                <a:latin typeface="Arial"/>
              </a:defRPr>
            </a:pPr>
            <a:r>
              <a:t>{{q4_title}}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709160" y="3886200"/>
            <a:ext cx="4160520" cy="224028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800600" y="3977639"/>
            <a:ext cx="3977639" cy="2057400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l">
              <a:defRPr sz="800" b="0">
                <a:solidFill>
                  <a:srgbClr val="000000"/>
                </a:solidFill>
                <a:latin typeface="Arial"/>
              </a:defRPr>
            </a:pPr>
            <a:r>
              <a:t>{{q4_content}}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6576" cy="502920"/>
          </a:xfrm>
          <a:prstGeom prst="rect">
            <a:avLst/>
          </a:prstGeom>
          <a:solidFill>
            <a:srgbClr val="FD51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" y="73152"/>
            <a:ext cx="5943600" cy="365760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Georgia"/>
              </a:defRPr>
            </a:pPr>
            <a:r>
              <a:t>{{title}}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0" y="109728"/>
            <a:ext cx="2743200" cy="274320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r">
              <a:defRPr sz="700" b="0">
                <a:solidFill>
                  <a:srgbClr val="CBD1D6"/>
                </a:solidFill>
                <a:latin typeface="Arial"/>
              </a:defRPr>
            </a:pPr>
            <a:r>
              <a:t>{{breadcrumb}}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6537960"/>
            <a:ext cx="8595360" cy="4572"/>
          </a:xfrm>
          <a:prstGeom prst="rect">
            <a:avLst/>
          </a:prstGeom>
          <a:solidFill>
            <a:srgbClr val="DDDD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6583680"/>
            <a:ext cx="4572000" cy="182880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l">
              <a:defRPr sz="600" b="0">
                <a:solidFill>
                  <a:srgbClr val="A1A8B3"/>
                </a:solidFill>
                <a:latin typeface="Arial"/>
              </a:defRPr>
            </a:pPr>
            <a:r>
              <a:t>Strictly Private and Confidential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0" y="594360"/>
            <a:ext cx="1097280" cy="201168"/>
          </a:xfrm>
          <a:prstGeom prst="roundRect">
            <a:avLst>
              <a:gd name="adj" fmla="val 50000"/>
            </a:avLst>
          </a:prstGeom>
          <a:solidFill>
            <a:srgbClr val="FE7C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700" b="1">
                <a:solidFill>
                  <a:srgbClr val="FFFFFF"/>
                </a:solidFill>
                <a:latin typeface="Arial"/>
              </a:defRPr>
            </a:pPr>
            <a:r>
              <a:t>Illustrative</a:t>
            </a:r>
          </a:p>
        </p:txBody>
      </p:sp>
      <p:sp>
        <p:nvSpPr>
          <p:cNvPr id="9" name="Oval 8"/>
          <p:cNvSpPr/>
          <p:nvPr/>
        </p:nvSpPr>
        <p:spPr>
          <a:xfrm>
            <a:off x="3840480" y="2743200"/>
            <a:ext cx="1463040" cy="1463040"/>
          </a:xfrm>
          <a:prstGeom prst="ellipse">
            <a:avLst/>
          </a:prstGeom>
          <a:solidFill>
            <a:srgbClr val="FD51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Arial"/>
              </a:defRPr>
            </a:pPr>
            <a:r>
              <a:t>{{hub_label}}</a:t>
            </a:r>
          </a:p>
        </p:txBody>
      </p:sp>
      <p:sp>
        <p:nvSpPr>
          <p:cNvPr id="10" name="Rectangle 9"/>
          <p:cNvSpPr/>
          <p:nvPr/>
        </p:nvSpPr>
        <p:spPr>
          <a:xfrm>
            <a:off x="3977639" y="1120140"/>
            <a:ext cx="118872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023359" y="1120140"/>
            <a:ext cx="1097280" cy="502920"/>
          </a:xfrm>
          <a:prstGeom prst="rect">
            <a:avLst/>
          </a:prstGeom>
          <a:noFill/>
        </p:spPr>
        <p:txBody>
          <a:bodyPr wrap="square" anchor="ctr" lIns="54864" rIns="54864" tIns="27432" bIns="27432">
            <a:spAutoFit/>
          </a:bodyPr>
          <a:lstStyle/>
          <a:p>
            <a:pPr algn="ctr">
              <a:defRPr sz="800" b="1">
                <a:solidFill>
                  <a:srgbClr val="000000"/>
                </a:solidFill>
                <a:latin typeface="Arial"/>
              </a:defRPr>
            </a:pPr>
            <a:r>
              <a:t>{{spoke_1}}</a:t>
            </a:r>
          </a:p>
        </p:txBody>
      </p:sp>
      <p:cxnSp>
        <p:nvCxnSpPr>
          <p:cNvPr id="12" name="Connector 11"/>
          <p:cNvCxnSpPr/>
          <p:nvPr/>
        </p:nvCxnSpPr>
        <p:spPr>
          <a:xfrm flipV="1">
            <a:off x="4572000" y="1371600"/>
            <a:ext cx="0" cy="1371600"/>
          </a:xfrm>
          <a:prstGeom prst="line">
            <a:avLst/>
          </a:prstGeom>
          <a:ln w="9525">
            <a:solidFill>
              <a:srgbClr val="B5BC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ectangle 12"/>
          <p:cNvSpPr/>
          <p:nvPr/>
        </p:nvSpPr>
        <p:spPr>
          <a:xfrm>
            <a:off x="5798995" y="2171700"/>
            <a:ext cx="118872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844715" y="2171700"/>
            <a:ext cx="1097280" cy="502920"/>
          </a:xfrm>
          <a:prstGeom prst="rect">
            <a:avLst/>
          </a:prstGeom>
          <a:noFill/>
        </p:spPr>
        <p:txBody>
          <a:bodyPr wrap="square" anchor="ctr" lIns="54864" rIns="54864" tIns="27432" bIns="27432">
            <a:spAutoFit/>
          </a:bodyPr>
          <a:lstStyle/>
          <a:p>
            <a:pPr algn="ctr">
              <a:defRPr sz="800" b="1">
                <a:solidFill>
                  <a:srgbClr val="000000"/>
                </a:solidFill>
                <a:latin typeface="Arial"/>
              </a:defRPr>
            </a:pPr>
            <a:r>
              <a:t>{{spoke_2}}</a:t>
            </a:r>
          </a:p>
        </p:txBody>
      </p:sp>
      <p:cxnSp>
        <p:nvCxnSpPr>
          <p:cNvPr id="15" name="Connector 14"/>
          <p:cNvCxnSpPr/>
          <p:nvPr/>
        </p:nvCxnSpPr>
        <p:spPr>
          <a:xfrm flipV="1">
            <a:off x="5205514" y="2423160"/>
            <a:ext cx="1187841" cy="685800"/>
          </a:xfrm>
          <a:prstGeom prst="line">
            <a:avLst/>
          </a:prstGeom>
          <a:ln w="9525">
            <a:solidFill>
              <a:srgbClr val="B5BC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ectangle 15"/>
          <p:cNvSpPr/>
          <p:nvPr/>
        </p:nvSpPr>
        <p:spPr>
          <a:xfrm>
            <a:off x="5798995" y="4274819"/>
            <a:ext cx="118872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844715" y="4274819"/>
            <a:ext cx="1097280" cy="502920"/>
          </a:xfrm>
          <a:prstGeom prst="rect">
            <a:avLst/>
          </a:prstGeom>
          <a:noFill/>
        </p:spPr>
        <p:txBody>
          <a:bodyPr wrap="square" anchor="ctr" lIns="54864" rIns="54864" tIns="27432" bIns="27432">
            <a:spAutoFit/>
          </a:bodyPr>
          <a:lstStyle/>
          <a:p>
            <a:pPr algn="ctr">
              <a:defRPr sz="800" b="1">
                <a:solidFill>
                  <a:srgbClr val="000000"/>
                </a:solidFill>
                <a:latin typeface="Arial"/>
              </a:defRPr>
            </a:pPr>
            <a:r>
              <a:t>{{spoke_3}}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5205514" y="3840480"/>
            <a:ext cx="1187841" cy="685799"/>
          </a:xfrm>
          <a:prstGeom prst="line">
            <a:avLst/>
          </a:prstGeom>
          <a:ln w="9525">
            <a:solidFill>
              <a:srgbClr val="B5BC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ectangle 18"/>
          <p:cNvSpPr/>
          <p:nvPr/>
        </p:nvSpPr>
        <p:spPr>
          <a:xfrm>
            <a:off x="3977639" y="5326379"/>
            <a:ext cx="118872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023359" y="5326379"/>
            <a:ext cx="1097280" cy="502920"/>
          </a:xfrm>
          <a:prstGeom prst="rect">
            <a:avLst/>
          </a:prstGeom>
          <a:noFill/>
        </p:spPr>
        <p:txBody>
          <a:bodyPr wrap="square" anchor="ctr" lIns="54864" rIns="54864" tIns="27432" bIns="27432">
            <a:spAutoFit/>
          </a:bodyPr>
          <a:lstStyle/>
          <a:p>
            <a:pPr algn="ctr">
              <a:defRPr sz="800" b="1">
                <a:solidFill>
                  <a:srgbClr val="000000"/>
                </a:solidFill>
                <a:latin typeface="Arial"/>
              </a:defRPr>
            </a:pPr>
            <a:r>
              <a:t>{{spoke_4}}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4572000" y="4206240"/>
            <a:ext cx="0" cy="1371600"/>
          </a:xfrm>
          <a:prstGeom prst="line">
            <a:avLst/>
          </a:prstGeom>
          <a:ln w="9525">
            <a:solidFill>
              <a:srgbClr val="B5BC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ectangle 21"/>
          <p:cNvSpPr/>
          <p:nvPr/>
        </p:nvSpPr>
        <p:spPr>
          <a:xfrm>
            <a:off x="2156284" y="4274819"/>
            <a:ext cx="118872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202004" y="4274819"/>
            <a:ext cx="1097280" cy="502920"/>
          </a:xfrm>
          <a:prstGeom prst="rect">
            <a:avLst/>
          </a:prstGeom>
          <a:noFill/>
        </p:spPr>
        <p:txBody>
          <a:bodyPr wrap="square" anchor="ctr" lIns="54864" rIns="54864" tIns="27432" bIns="27432">
            <a:spAutoFit/>
          </a:bodyPr>
          <a:lstStyle/>
          <a:p>
            <a:pPr algn="ctr">
              <a:defRPr sz="800" b="1">
                <a:solidFill>
                  <a:srgbClr val="000000"/>
                </a:solidFill>
                <a:latin typeface="Arial"/>
              </a:defRPr>
            </a:pPr>
            <a:r>
              <a:t>{{spoke_5}}</a:t>
            </a:r>
          </a:p>
        </p:txBody>
      </p:sp>
      <p:cxnSp>
        <p:nvCxnSpPr>
          <p:cNvPr id="24" name="Connector 23"/>
          <p:cNvCxnSpPr/>
          <p:nvPr/>
        </p:nvCxnSpPr>
        <p:spPr>
          <a:xfrm flipH="1">
            <a:off x="2750644" y="3840480"/>
            <a:ext cx="1187841" cy="685799"/>
          </a:xfrm>
          <a:prstGeom prst="line">
            <a:avLst/>
          </a:prstGeom>
          <a:ln w="9525">
            <a:solidFill>
              <a:srgbClr val="B5BC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ectangle 24"/>
          <p:cNvSpPr/>
          <p:nvPr/>
        </p:nvSpPr>
        <p:spPr>
          <a:xfrm>
            <a:off x="2156284" y="2171699"/>
            <a:ext cx="118872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202004" y="2171699"/>
            <a:ext cx="1097280" cy="502920"/>
          </a:xfrm>
          <a:prstGeom prst="rect">
            <a:avLst/>
          </a:prstGeom>
          <a:noFill/>
        </p:spPr>
        <p:txBody>
          <a:bodyPr wrap="square" anchor="ctr" lIns="54864" rIns="54864" tIns="27432" bIns="27432">
            <a:spAutoFit/>
          </a:bodyPr>
          <a:lstStyle/>
          <a:p>
            <a:pPr algn="ctr">
              <a:defRPr sz="800" b="1">
                <a:solidFill>
                  <a:srgbClr val="000000"/>
                </a:solidFill>
                <a:latin typeface="Arial"/>
              </a:defRPr>
            </a:pPr>
            <a:r>
              <a:t>{{spoke_6}}</a:t>
            </a:r>
          </a:p>
        </p:txBody>
      </p:sp>
      <p:cxnSp>
        <p:nvCxnSpPr>
          <p:cNvPr id="27" name="Connector 26"/>
          <p:cNvCxnSpPr/>
          <p:nvPr/>
        </p:nvCxnSpPr>
        <p:spPr>
          <a:xfrm flipH="1" flipV="1">
            <a:off x="2750644" y="2423159"/>
            <a:ext cx="1187841" cy="685800"/>
          </a:xfrm>
          <a:prstGeom prst="line">
            <a:avLst/>
          </a:prstGeom>
          <a:ln w="9525">
            <a:solidFill>
              <a:srgbClr val="B5BC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ectangle 27"/>
          <p:cNvSpPr/>
          <p:nvPr/>
        </p:nvSpPr>
        <p:spPr>
          <a:xfrm>
            <a:off x="274320" y="5943600"/>
            <a:ext cx="8595360" cy="45720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274320" y="5943600"/>
            <a:ext cx="54864" cy="457200"/>
          </a:xfrm>
          <a:prstGeom prst="rect">
            <a:avLst/>
          </a:prstGeom>
          <a:solidFill>
            <a:srgbClr val="FD51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57200" y="5989320"/>
            <a:ext cx="8229600" cy="365760"/>
          </a:xfrm>
          <a:prstGeom prst="rect">
            <a:avLst/>
          </a:prstGeom>
          <a:noFill/>
        </p:spPr>
        <p:txBody>
          <a:bodyPr wrap="square" anchor="ctr" lIns="54864" rIns="54864" tIns="27432" bIns="27432">
            <a:spAutoFit/>
          </a:bodyPr>
          <a:lstStyle/>
          <a:p>
            <a:pPr algn="l">
              <a:defRPr sz="900" b="1">
                <a:solidFill>
                  <a:srgbClr val="FFFFFF"/>
                </a:solidFill>
                <a:latin typeface="Arial"/>
              </a:defRPr>
            </a:pPr>
            <a:r>
              <a:t>{{takeaway}}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6576" cy="502920"/>
          </a:xfrm>
          <a:prstGeom prst="rect">
            <a:avLst/>
          </a:prstGeom>
          <a:solidFill>
            <a:srgbClr val="FD51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" y="73152"/>
            <a:ext cx="5943600" cy="365760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Georgia"/>
              </a:defRPr>
            </a:pPr>
            <a:r>
              <a:t>{{title}}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0" y="109728"/>
            <a:ext cx="2743200" cy="274320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r">
              <a:defRPr sz="700" b="0">
                <a:solidFill>
                  <a:srgbClr val="CBD1D6"/>
                </a:solidFill>
                <a:latin typeface="Arial"/>
              </a:defRPr>
            </a:pPr>
            <a:r>
              <a:t>{{breadcrumb}}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6537960"/>
            <a:ext cx="8595360" cy="4572"/>
          </a:xfrm>
          <a:prstGeom prst="rect">
            <a:avLst/>
          </a:prstGeom>
          <a:solidFill>
            <a:srgbClr val="DDDD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6583680"/>
            <a:ext cx="4572000" cy="182880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l">
              <a:defRPr sz="600" b="0">
                <a:solidFill>
                  <a:srgbClr val="A1A8B3"/>
                </a:solidFill>
                <a:latin typeface="Arial"/>
              </a:defRPr>
            </a:pPr>
            <a:r>
              <a:t>Strictly Private and Confidential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640080"/>
            <a:ext cx="1371600" cy="1554480"/>
          </a:xfrm>
          <a:prstGeom prst="rect">
            <a:avLst/>
          </a:prstGeom>
          <a:solidFill>
            <a:srgbClr val="FD51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20040" y="640080"/>
            <a:ext cx="1280160" cy="1554480"/>
          </a:xfrm>
          <a:prstGeom prst="rect">
            <a:avLst/>
          </a:prstGeom>
          <a:noFill/>
        </p:spPr>
        <p:txBody>
          <a:bodyPr wrap="square" anchor="ctr" lIns="54864" rIns="54864" tIns="27432" bIns="27432">
            <a:spAutoFit/>
          </a:bodyPr>
          <a:lstStyle/>
          <a:p>
            <a:pPr algn="l">
              <a:defRPr sz="900" b="1">
                <a:solidFill>
                  <a:srgbClr val="FFFFFF"/>
                </a:solidFill>
                <a:latin typeface="Arial"/>
              </a:defRPr>
            </a:pPr>
            <a:r>
              <a:t>{{row0_label}}</a:t>
            </a:r>
          </a:p>
        </p:txBody>
      </p:sp>
      <p:sp>
        <p:nvSpPr>
          <p:cNvPr id="10" name="Rectangle 9"/>
          <p:cNvSpPr/>
          <p:nvPr/>
        </p:nvSpPr>
        <p:spPr>
          <a:xfrm>
            <a:off x="1783080" y="640080"/>
            <a:ext cx="2194560" cy="1554480"/>
          </a:xfrm>
          <a:prstGeom prst="rect">
            <a:avLst/>
          </a:prstGeom>
          <a:solidFill>
            <a:srgbClr val="1A1A1A"/>
          </a:solidFill>
          <a:ln w="6350">
            <a:solidFill>
              <a:srgbClr val="DDDD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856231" y="713231"/>
            <a:ext cx="2048256" cy="1408176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l">
              <a:defRPr sz="800" b="0">
                <a:solidFill>
                  <a:srgbClr val="FFFFFF"/>
                </a:solidFill>
                <a:latin typeface="Arial"/>
              </a:defRPr>
            </a:pPr>
            <a:r>
              <a:t>{{cell_0_0}}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114800" y="640080"/>
            <a:ext cx="2194560" cy="1554480"/>
          </a:xfrm>
          <a:prstGeom prst="rect">
            <a:avLst/>
          </a:prstGeom>
          <a:solidFill>
            <a:srgbClr val="1A1A1A"/>
          </a:solidFill>
          <a:ln w="6350">
            <a:solidFill>
              <a:srgbClr val="DDDD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187952" y="713231"/>
            <a:ext cx="2048256" cy="1408176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l">
              <a:defRPr sz="800" b="0">
                <a:solidFill>
                  <a:srgbClr val="FFFFFF"/>
                </a:solidFill>
                <a:latin typeface="Arial"/>
              </a:defRPr>
            </a:pPr>
            <a:r>
              <a:t>{{cell_0_1}}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46520" y="640080"/>
            <a:ext cx="2194560" cy="1554480"/>
          </a:xfrm>
          <a:prstGeom prst="rect">
            <a:avLst/>
          </a:prstGeom>
          <a:solidFill>
            <a:srgbClr val="1A1A1A"/>
          </a:solidFill>
          <a:ln w="6350">
            <a:solidFill>
              <a:srgbClr val="DDDD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19672" y="713231"/>
            <a:ext cx="2048256" cy="1408176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l">
              <a:defRPr sz="800" b="0">
                <a:solidFill>
                  <a:srgbClr val="FFFFFF"/>
                </a:solidFill>
                <a:latin typeface="Arial"/>
              </a:defRPr>
            </a:pPr>
            <a:r>
              <a:t>{{cell_0_2}}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74320" y="2267712"/>
            <a:ext cx="1371600" cy="1554480"/>
          </a:xfrm>
          <a:prstGeom prst="rect">
            <a:avLst/>
          </a:prstGeom>
          <a:solidFill>
            <a:srgbClr val="CBD1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20040" y="2267712"/>
            <a:ext cx="1280160" cy="1554480"/>
          </a:xfrm>
          <a:prstGeom prst="rect">
            <a:avLst/>
          </a:prstGeom>
          <a:noFill/>
        </p:spPr>
        <p:txBody>
          <a:bodyPr wrap="square" anchor="ctr" lIns="54864" rIns="54864" tIns="27432" bIns="27432">
            <a:spAutoFit/>
          </a:bodyPr>
          <a:lstStyle/>
          <a:p>
            <a:pPr algn="l">
              <a:defRPr sz="900" b="1">
                <a:solidFill>
                  <a:srgbClr val="000000"/>
                </a:solidFill>
                <a:latin typeface="Arial"/>
              </a:defRPr>
            </a:pPr>
            <a:r>
              <a:t>{{row1_label}}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783080" y="2267712"/>
            <a:ext cx="2194560" cy="1554480"/>
          </a:xfrm>
          <a:prstGeom prst="rect">
            <a:avLst/>
          </a:prstGeom>
          <a:solidFill>
            <a:srgbClr val="F2F2F2"/>
          </a:solidFill>
          <a:ln w="6350">
            <a:solidFill>
              <a:srgbClr val="DDDD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856231" y="2340864"/>
            <a:ext cx="2048256" cy="1408176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l">
              <a:defRPr sz="800" b="0">
                <a:solidFill>
                  <a:srgbClr val="000000"/>
                </a:solidFill>
                <a:latin typeface="Arial"/>
              </a:defRPr>
            </a:pPr>
            <a:r>
              <a:t>{{cell_1_0}}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114800" y="2267712"/>
            <a:ext cx="2194560" cy="1554480"/>
          </a:xfrm>
          <a:prstGeom prst="rect">
            <a:avLst/>
          </a:prstGeom>
          <a:solidFill>
            <a:srgbClr val="F2F2F2"/>
          </a:solidFill>
          <a:ln w="6350">
            <a:solidFill>
              <a:srgbClr val="DDDD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187952" y="2340864"/>
            <a:ext cx="2048256" cy="1408176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l">
              <a:defRPr sz="800" b="0">
                <a:solidFill>
                  <a:srgbClr val="000000"/>
                </a:solidFill>
                <a:latin typeface="Arial"/>
              </a:defRPr>
            </a:pPr>
            <a:r>
              <a:t>{{cell_1_1}}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446520" y="2267712"/>
            <a:ext cx="2194560" cy="1554480"/>
          </a:xfrm>
          <a:prstGeom prst="rect">
            <a:avLst/>
          </a:prstGeom>
          <a:solidFill>
            <a:srgbClr val="F2F2F2"/>
          </a:solidFill>
          <a:ln w="6350">
            <a:solidFill>
              <a:srgbClr val="DDDD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519672" y="2340864"/>
            <a:ext cx="2048256" cy="1408176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l">
              <a:defRPr sz="800" b="0">
                <a:solidFill>
                  <a:srgbClr val="000000"/>
                </a:solidFill>
                <a:latin typeface="Arial"/>
              </a:defRPr>
            </a:pPr>
            <a:r>
              <a:t>{{cell_1_2}}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74320" y="3895344"/>
            <a:ext cx="1371600" cy="1554480"/>
          </a:xfrm>
          <a:prstGeom prst="rect">
            <a:avLst/>
          </a:prstGeom>
          <a:solidFill>
            <a:srgbClr val="CBD1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20040" y="3895344"/>
            <a:ext cx="1280160" cy="1554480"/>
          </a:xfrm>
          <a:prstGeom prst="rect">
            <a:avLst/>
          </a:prstGeom>
          <a:noFill/>
        </p:spPr>
        <p:txBody>
          <a:bodyPr wrap="square" anchor="ctr" lIns="54864" rIns="54864" tIns="27432" bIns="27432">
            <a:spAutoFit/>
          </a:bodyPr>
          <a:lstStyle/>
          <a:p>
            <a:pPr algn="l">
              <a:defRPr sz="900" b="1">
                <a:solidFill>
                  <a:srgbClr val="000000"/>
                </a:solidFill>
                <a:latin typeface="Arial"/>
              </a:defRPr>
            </a:pPr>
            <a:r>
              <a:t>{{row2_label}}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783080" y="3895344"/>
            <a:ext cx="2194560" cy="155448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856231" y="3968496"/>
            <a:ext cx="2048256" cy="1408176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l">
              <a:defRPr sz="800" b="0">
                <a:solidFill>
                  <a:srgbClr val="000000"/>
                </a:solidFill>
                <a:latin typeface="Arial"/>
              </a:defRPr>
            </a:pPr>
            <a:r>
              <a:t>{{cell_2_0}}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114800" y="3895344"/>
            <a:ext cx="2194560" cy="155448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187952" y="3968496"/>
            <a:ext cx="2048256" cy="1408176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l">
              <a:defRPr sz="800" b="0">
                <a:solidFill>
                  <a:srgbClr val="000000"/>
                </a:solidFill>
                <a:latin typeface="Arial"/>
              </a:defRPr>
            </a:pPr>
            <a:r>
              <a:t>{{cell_2_1}}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446520" y="3895344"/>
            <a:ext cx="2194560" cy="155448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519672" y="3968496"/>
            <a:ext cx="2048256" cy="1408176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l">
              <a:defRPr sz="800" b="0">
                <a:solidFill>
                  <a:srgbClr val="000000"/>
                </a:solidFill>
                <a:latin typeface="Arial"/>
              </a:defRPr>
            </a:pPr>
            <a:r>
              <a:t>{{cell_2_2}}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74320" y="5669280"/>
            <a:ext cx="8595360" cy="45720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274320" y="5669280"/>
            <a:ext cx="54864" cy="457200"/>
          </a:xfrm>
          <a:prstGeom prst="rect">
            <a:avLst/>
          </a:prstGeom>
          <a:solidFill>
            <a:srgbClr val="FD51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57200" y="5715000"/>
            <a:ext cx="8229600" cy="365760"/>
          </a:xfrm>
          <a:prstGeom prst="rect">
            <a:avLst/>
          </a:prstGeom>
          <a:noFill/>
        </p:spPr>
        <p:txBody>
          <a:bodyPr wrap="square" anchor="ctr" lIns="54864" rIns="54864" tIns="27432" bIns="27432">
            <a:spAutoFit/>
          </a:bodyPr>
          <a:lstStyle/>
          <a:p>
            <a:pPr algn="l">
              <a:defRPr sz="900" b="1">
                <a:solidFill>
                  <a:srgbClr val="FFFFFF"/>
                </a:solidFill>
                <a:latin typeface="Arial"/>
              </a:defRPr>
            </a:pPr>
            <a:r>
              <a:t>{{takeaway}}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6576" cy="502920"/>
          </a:xfrm>
          <a:prstGeom prst="rect">
            <a:avLst/>
          </a:prstGeom>
          <a:solidFill>
            <a:srgbClr val="FD51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" y="73152"/>
            <a:ext cx="5943600" cy="365760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Georgia"/>
              </a:defRPr>
            </a:pPr>
            <a:r>
              <a:t>{{title}}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0" y="109728"/>
            <a:ext cx="2743200" cy="274320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r">
              <a:defRPr sz="700" b="0">
                <a:solidFill>
                  <a:srgbClr val="CBD1D6"/>
                </a:solidFill>
                <a:latin typeface="Arial"/>
              </a:defRPr>
            </a:pPr>
            <a:r>
              <a:t>{{breadcrumb}}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6537960"/>
            <a:ext cx="8595360" cy="4572"/>
          </a:xfrm>
          <a:prstGeom prst="rect">
            <a:avLst/>
          </a:prstGeom>
          <a:solidFill>
            <a:srgbClr val="DDDD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6583680"/>
            <a:ext cx="4572000" cy="182880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l">
              <a:defRPr sz="600" b="0">
                <a:solidFill>
                  <a:srgbClr val="A1A8B3"/>
                </a:solidFill>
                <a:latin typeface="Arial"/>
              </a:defRPr>
            </a:pPr>
            <a:r>
              <a:t>Strictly Private and Confidential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2834640"/>
            <a:ext cx="1097280" cy="219456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2606040"/>
            <a:ext cx="1097280" cy="228600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ctr">
              <a:defRPr sz="1000" b="1">
                <a:solidFill>
                  <a:srgbClr val="000000"/>
                </a:solidFill>
                <a:latin typeface="Arial"/>
              </a:defRPr>
            </a:pPr>
            <a:r>
              <a:t>{{step_0_value}}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5120640"/>
            <a:ext cx="1097280" cy="274320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ctr">
              <a:defRPr sz="700" b="0">
                <a:solidFill>
                  <a:srgbClr val="000000"/>
                </a:solidFill>
                <a:latin typeface="Arial"/>
              </a:defRPr>
            </a:pPr>
            <a:r>
              <a:t>{{step_0_label}}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057400" y="4402182"/>
            <a:ext cx="1097280" cy="627017"/>
          </a:xfrm>
          <a:prstGeom prst="rect">
            <a:avLst/>
          </a:prstGeom>
          <a:solidFill>
            <a:srgbClr val="FE7C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057400" y="4173582"/>
            <a:ext cx="1097280" cy="228600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ctr">
              <a:defRPr sz="1000" b="1">
                <a:solidFill>
                  <a:srgbClr val="000000"/>
                </a:solidFill>
                <a:latin typeface="Arial"/>
              </a:defRPr>
            </a:pPr>
            <a:r>
              <a:t>{{step_1_value}}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057400" y="5120640"/>
            <a:ext cx="1097280" cy="274320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ctr">
              <a:defRPr sz="700" b="0">
                <a:solidFill>
                  <a:srgbClr val="000000"/>
                </a:solidFill>
                <a:latin typeface="Arial"/>
              </a:defRPr>
            </a:pPr>
            <a:r>
              <a:t>{{step_1_label}}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383280" y="4402182"/>
            <a:ext cx="1097280" cy="391885"/>
          </a:xfrm>
          <a:prstGeom prst="rect">
            <a:avLst/>
          </a:prstGeom>
          <a:solidFill>
            <a:srgbClr val="A1A8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383280" y="4173582"/>
            <a:ext cx="1097280" cy="228600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ctr">
              <a:defRPr sz="1000" b="1">
                <a:solidFill>
                  <a:srgbClr val="000000"/>
                </a:solidFill>
                <a:latin typeface="Arial"/>
              </a:defRPr>
            </a:pPr>
            <a:r>
              <a:t>{{step_2_value}}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383280" y="5120640"/>
            <a:ext cx="1097280" cy="274320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ctr">
              <a:defRPr sz="700" b="0">
                <a:solidFill>
                  <a:srgbClr val="000000"/>
                </a:solidFill>
                <a:latin typeface="Arial"/>
              </a:defRPr>
            </a:pPr>
            <a:r>
              <a:t>{{step_2_label}}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709159" y="4010297"/>
            <a:ext cx="1097280" cy="783771"/>
          </a:xfrm>
          <a:prstGeom prst="rect">
            <a:avLst/>
          </a:prstGeom>
          <a:solidFill>
            <a:srgbClr val="FE7C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709159" y="3781697"/>
            <a:ext cx="1097280" cy="228600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ctr">
              <a:defRPr sz="1000" b="1">
                <a:solidFill>
                  <a:srgbClr val="000000"/>
                </a:solidFill>
                <a:latin typeface="Arial"/>
              </a:defRPr>
            </a:pPr>
            <a:r>
              <a:t>{{step_3_value}}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709159" y="5120640"/>
            <a:ext cx="1097280" cy="274320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ctr">
              <a:defRPr sz="700" b="0">
                <a:solidFill>
                  <a:srgbClr val="000000"/>
                </a:solidFill>
                <a:latin typeface="Arial"/>
              </a:defRPr>
            </a:pPr>
            <a:r>
              <a:t>{{step_3_label}}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035040" y="4010297"/>
            <a:ext cx="1097280" cy="470262"/>
          </a:xfrm>
          <a:prstGeom prst="rect">
            <a:avLst/>
          </a:prstGeom>
          <a:solidFill>
            <a:srgbClr val="A1A8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035040" y="3781697"/>
            <a:ext cx="1097280" cy="228600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ctr">
              <a:defRPr sz="1000" b="1">
                <a:solidFill>
                  <a:srgbClr val="000000"/>
                </a:solidFill>
                <a:latin typeface="Arial"/>
              </a:defRPr>
            </a:pPr>
            <a:r>
              <a:t>{{step_4_value}}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035040" y="5120640"/>
            <a:ext cx="1097280" cy="274320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ctr">
              <a:defRPr sz="700" b="0">
                <a:solidFill>
                  <a:srgbClr val="000000"/>
                </a:solidFill>
                <a:latin typeface="Arial"/>
              </a:defRPr>
            </a:pPr>
            <a:r>
              <a:t>{{step_4_label}}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360920" y="2286000"/>
            <a:ext cx="1097280" cy="2743200"/>
          </a:xfrm>
          <a:prstGeom prst="rect">
            <a:avLst/>
          </a:prstGeom>
          <a:solidFill>
            <a:srgbClr val="FD51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360920" y="2057400"/>
            <a:ext cx="1097280" cy="228600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ctr">
              <a:defRPr sz="1000" b="1">
                <a:solidFill>
                  <a:srgbClr val="000000"/>
                </a:solidFill>
                <a:latin typeface="Arial"/>
              </a:defRPr>
            </a:pPr>
            <a:r>
              <a:t>{{step_5_value}}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60920" y="5120640"/>
            <a:ext cx="1097280" cy="274320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ctr">
              <a:defRPr sz="700" b="0">
                <a:solidFill>
                  <a:srgbClr val="000000"/>
                </a:solidFill>
                <a:latin typeface="Arial"/>
              </a:defRPr>
            </a:pPr>
            <a:r>
              <a:t>{{step_5_label}}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57200" y="5029200"/>
            <a:ext cx="8229600" cy="9144"/>
          </a:xfrm>
          <a:prstGeom prst="rect">
            <a:avLst/>
          </a:prstGeom>
          <a:solidFill>
            <a:srgbClr val="DDDD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274320" y="5943600"/>
            <a:ext cx="8595360" cy="45720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274320" y="5943600"/>
            <a:ext cx="54864" cy="457200"/>
          </a:xfrm>
          <a:prstGeom prst="rect">
            <a:avLst/>
          </a:prstGeom>
          <a:solidFill>
            <a:srgbClr val="FD51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57200" y="5989320"/>
            <a:ext cx="8229600" cy="365760"/>
          </a:xfrm>
          <a:prstGeom prst="rect">
            <a:avLst/>
          </a:prstGeom>
          <a:noFill/>
        </p:spPr>
        <p:txBody>
          <a:bodyPr wrap="square" anchor="ctr" lIns="54864" rIns="54864" tIns="27432" bIns="27432">
            <a:spAutoFit/>
          </a:bodyPr>
          <a:lstStyle/>
          <a:p>
            <a:pPr algn="l">
              <a:defRPr sz="900" b="1">
                <a:solidFill>
                  <a:srgbClr val="FFFFFF"/>
                </a:solidFill>
                <a:latin typeface="Arial"/>
              </a:defRPr>
            </a:pPr>
            <a:r>
              <a:t>{{takeaway}}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6576" cy="502920"/>
          </a:xfrm>
          <a:prstGeom prst="rect">
            <a:avLst/>
          </a:prstGeom>
          <a:solidFill>
            <a:srgbClr val="FD51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" y="73152"/>
            <a:ext cx="5943600" cy="365760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Georgia"/>
              </a:defRPr>
            </a:pPr>
            <a:r>
              <a:t>{{title}}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0" y="109728"/>
            <a:ext cx="2743200" cy="274320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r">
              <a:defRPr sz="700" b="0">
                <a:solidFill>
                  <a:srgbClr val="CBD1D6"/>
                </a:solidFill>
                <a:latin typeface="Arial"/>
              </a:defRPr>
            </a:pPr>
            <a:r>
              <a:t>{{breadcrumb}}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6537960"/>
            <a:ext cx="8595360" cy="4572"/>
          </a:xfrm>
          <a:prstGeom prst="rect">
            <a:avLst/>
          </a:prstGeom>
          <a:solidFill>
            <a:srgbClr val="DDDD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6583680"/>
            <a:ext cx="4572000" cy="182880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l">
              <a:defRPr sz="600" b="0">
                <a:solidFill>
                  <a:srgbClr val="A1A8B3"/>
                </a:solidFill>
                <a:latin typeface="Arial"/>
              </a:defRPr>
            </a:pPr>
            <a:r>
              <a:t>Strictly Private and Confidential</a:t>
            </a:r>
          </a:p>
        </p:txBody>
      </p:sp>
      <p:sp>
        <p:nvSpPr>
          <p:cNvPr id="8" name="Oval 7"/>
          <p:cNvSpPr/>
          <p:nvPr/>
        </p:nvSpPr>
        <p:spPr>
          <a:xfrm>
            <a:off x="3383280" y="2286000"/>
            <a:ext cx="2377440" cy="2377440"/>
          </a:xfrm>
          <a:prstGeom prst="ellipse">
            <a:avLst/>
          </a:prstGeom>
          <a:solidFill>
            <a:srgbClr val="FD51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  <a:latin typeface="Arial"/>
              </a:defRPr>
            </a:pPr>
            <a:r>
              <a:t>{{center_label}}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914400"/>
            <a:ext cx="2743200" cy="45720"/>
          </a:xfrm>
          <a:prstGeom prst="rect">
            <a:avLst/>
          </a:prstGeom>
          <a:solidFill>
            <a:srgbClr val="FD51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74320" y="960120"/>
            <a:ext cx="2743200" cy="105156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5760" y="1051560"/>
            <a:ext cx="2560320" cy="228600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l">
              <a:defRPr sz="900" b="1">
                <a:solidFill>
                  <a:srgbClr val="000000"/>
                </a:solidFill>
                <a:latin typeface="Arial"/>
              </a:defRPr>
            </a:pPr>
            <a:r>
              <a:t>{{label_0}}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1325880"/>
            <a:ext cx="2560320" cy="594359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l">
              <a:defRPr sz="800" b="0">
                <a:solidFill>
                  <a:srgbClr val="000000"/>
                </a:solidFill>
                <a:latin typeface="Arial"/>
              </a:defRPr>
            </a:pPr>
            <a:r>
              <a:t>{{top_left}}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1645920" y="1463040"/>
            <a:ext cx="2926080" cy="2011680"/>
          </a:xfrm>
          <a:prstGeom prst="line">
            <a:avLst/>
          </a:prstGeom>
          <a:ln w="9525">
            <a:solidFill>
              <a:srgbClr val="CBD1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/>
        </p:nvSpPr>
        <p:spPr>
          <a:xfrm>
            <a:off x="6126480" y="914400"/>
            <a:ext cx="2743200" cy="45720"/>
          </a:xfrm>
          <a:prstGeom prst="rect">
            <a:avLst/>
          </a:prstGeom>
          <a:solidFill>
            <a:srgbClr val="FD51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126480" y="960120"/>
            <a:ext cx="2743200" cy="105156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217920" y="1051560"/>
            <a:ext cx="2560320" cy="228600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l">
              <a:defRPr sz="900" b="1">
                <a:solidFill>
                  <a:srgbClr val="000000"/>
                </a:solidFill>
                <a:latin typeface="Arial"/>
              </a:defRPr>
            </a:pPr>
            <a:r>
              <a:t>{{label_1}}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17920" y="1325880"/>
            <a:ext cx="2560320" cy="594359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l">
              <a:defRPr sz="800" b="0">
                <a:solidFill>
                  <a:srgbClr val="000000"/>
                </a:solidFill>
                <a:latin typeface="Arial"/>
              </a:defRPr>
            </a:pPr>
            <a:r>
              <a:t>{{top_right}}</a:t>
            </a:r>
          </a:p>
        </p:txBody>
      </p:sp>
      <p:cxnSp>
        <p:nvCxnSpPr>
          <p:cNvPr id="18" name="Connector 17"/>
          <p:cNvCxnSpPr/>
          <p:nvPr/>
        </p:nvCxnSpPr>
        <p:spPr>
          <a:xfrm flipH="1">
            <a:off x="4572000" y="1463040"/>
            <a:ext cx="2926079" cy="2011680"/>
          </a:xfrm>
          <a:prstGeom prst="line">
            <a:avLst/>
          </a:prstGeom>
          <a:ln w="9525">
            <a:solidFill>
              <a:srgbClr val="CBD1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ectangle 18"/>
          <p:cNvSpPr/>
          <p:nvPr/>
        </p:nvSpPr>
        <p:spPr>
          <a:xfrm>
            <a:off x="274320" y="4114800"/>
            <a:ext cx="2743200" cy="45720"/>
          </a:xfrm>
          <a:prstGeom prst="rect">
            <a:avLst/>
          </a:prstGeom>
          <a:solidFill>
            <a:srgbClr val="A1A8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74320" y="4160520"/>
            <a:ext cx="2743200" cy="105156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65760" y="4251960"/>
            <a:ext cx="2560320" cy="228600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l">
              <a:defRPr sz="900" b="1">
                <a:solidFill>
                  <a:srgbClr val="000000"/>
                </a:solidFill>
                <a:latin typeface="Arial"/>
              </a:defRPr>
            </a:pPr>
            <a:r>
              <a:t>{{label_2}}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5760" y="4526280"/>
            <a:ext cx="2560320" cy="594359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l">
              <a:defRPr sz="800" b="0">
                <a:solidFill>
                  <a:srgbClr val="000000"/>
                </a:solidFill>
                <a:latin typeface="Arial"/>
              </a:defRPr>
            </a:pPr>
            <a:r>
              <a:t>{{bottom_left}}</a:t>
            </a:r>
          </a:p>
        </p:txBody>
      </p:sp>
      <p:cxnSp>
        <p:nvCxnSpPr>
          <p:cNvPr id="23" name="Connector 22"/>
          <p:cNvCxnSpPr/>
          <p:nvPr/>
        </p:nvCxnSpPr>
        <p:spPr>
          <a:xfrm flipV="1">
            <a:off x="1645920" y="3474720"/>
            <a:ext cx="2926080" cy="1188720"/>
          </a:xfrm>
          <a:prstGeom prst="line">
            <a:avLst/>
          </a:prstGeom>
          <a:ln w="9525">
            <a:solidFill>
              <a:srgbClr val="CBD1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ectangle 23"/>
          <p:cNvSpPr/>
          <p:nvPr/>
        </p:nvSpPr>
        <p:spPr>
          <a:xfrm>
            <a:off x="6126480" y="4114800"/>
            <a:ext cx="2743200" cy="45720"/>
          </a:xfrm>
          <a:prstGeom prst="rect">
            <a:avLst/>
          </a:prstGeom>
          <a:solidFill>
            <a:srgbClr val="A1A8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126480" y="4160520"/>
            <a:ext cx="2743200" cy="105156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217920" y="4251960"/>
            <a:ext cx="2560320" cy="228600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l">
              <a:defRPr sz="900" b="1">
                <a:solidFill>
                  <a:srgbClr val="000000"/>
                </a:solidFill>
                <a:latin typeface="Arial"/>
              </a:defRPr>
            </a:pPr>
            <a:r>
              <a:t>{{label_3}}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217920" y="4526280"/>
            <a:ext cx="2560320" cy="594359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l">
              <a:defRPr sz="800" b="0">
                <a:solidFill>
                  <a:srgbClr val="000000"/>
                </a:solidFill>
                <a:latin typeface="Arial"/>
              </a:defRPr>
            </a:pPr>
            <a:r>
              <a:t>{{bottom_right}}</a:t>
            </a:r>
          </a:p>
        </p:txBody>
      </p:sp>
      <p:cxnSp>
        <p:nvCxnSpPr>
          <p:cNvPr id="28" name="Connector 27"/>
          <p:cNvCxnSpPr/>
          <p:nvPr/>
        </p:nvCxnSpPr>
        <p:spPr>
          <a:xfrm flipH="1" flipV="1">
            <a:off x="4572000" y="3474720"/>
            <a:ext cx="2926079" cy="1188720"/>
          </a:xfrm>
          <a:prstGeom prst="line">
            <a:avLst/>
          </a:prstGeom>
          <a:ln w="9525">
            <a:solidFill>
              <a:srgbClr val="CBD1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ectangle 28"/>
          <p:cNvSpPr/>
          <p:nvPr/>
        </p:nvSpPr>
        <p:spPr>
          <a:xfrm>
            <a:off x="274320" y="5943600"/>
            <a:ext cx="8595360" cy="45720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274320" y="5943600"/>
            <a:ext cx="54864" cy="457200"/>
          </a:xfrm>
          <a:prstGeom prst="rect">
            <a:avLst/>
          </a:prstGeom>
          <a:solidFill>
            <a:srgbClr val="FD51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57200" y="5989320"/>
            <a:ext cx="8229600" cy="365760"/>
          </a:xfrm>
          <a:prstGeom prst="rect">
            <a:avLst/>
          </a:prstGeom>
          <a:noFill/>
        </p:spPr>
        <p:txBody>
          <a:bodyPr wrap="square" anchor="ctr" lIns="54864" rIns="54864" tIns="27432" bIns="27432">
            <a:spAutoFit/>
          </a:bodyPr>
          <a:lstStyle/>
          <a:p>
            <a:pPr algn="l">
              <a:defRPr sz="900" b="1">
                <a:solidFill>
                  <a:srgbClr val="FFFFFF"/>
                </a:solidFill>
                <a:latin typeface="Arial"/>
              </a:defRPr>
            </a:pPr>
            <a:r>
              <a:t>{{takeaway}}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6576" cy="502920"/>
          </a:xfrm>
          <a:prstGeom prst="rect">
            <a:avLst/>
          </a:prstGeom>
          <a:solidFill>
            <a:srgbClr val="FD51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" y="73152"/>
            <a:ext cx="5943600" cy="365760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Georgia"/>
              </a:defRPr>
            </a:pPr>
            <a:r>
              <a:t>{{title}}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0" y="109728"/>
            <a:ext cx="2743200" cy="274320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r">
              <a:defRPr sz="700" b="0">
                <a:solidFill>
                  <a:srgbClr val="CBD1D6"/>
                </a:solidFill>
                <a:latin typeface="Arial"/>
              </a:defRPr>
            </a:pPr>
            <a:r>
              <a:t>{{breadcrumb}}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6537960"/>
            <a:ext cx="8595360" cy="4572"/>
          </a:xfrm>
          <a:prstGeom prst="rect">
            <a:avLst/>
          </a:prstGeom>
          <a:solidFill>
            <a:srgbClr val="DDDD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6583680"/>
            <a:ext cx="4572000" cy="182880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l">
              <a:defRPr sz="600" b="0">
                <a:solidFill>
                  <a:srgbClr val="A1A8B3"/>
                </a:solidFill>
                <a:latin typeface="Arial"/>
              </a:defRPr>
            </a:pPr>
            <a:r>
              <a:t>Strictly Private and Confidential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0" y="594360"/>
            <a:ext cx="1097280" cy="201168"/>
          </a:xfrm>
          <a:prstGeom prst="roundRect">
            <a:avLst>
              <a:gd name="adj" fmla="val 50000"/>
            </a:avLst>
          </a:prstGeom>
          <a:solidFill>
            <a:srgbClr val="FE7C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700" b="1">
                <a:solidFill>
                  <a:srgbClr val="FFFFFF"/>
                </a:solidFill>
                <a:latin typeface="Arial"/>
              </a:defRPr>
            </a:pPr>
            <a:r>
              <a:t>Illustrative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685800"/>
            <a:ext cx="2103120" cy="36576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20040" y="685800"/>
            <a:ext cx="2057400" cy="365760"/>
          </a:xfrm>
          <a:prstGeom prst="rect">
            <a:avLst/>
          </a:prstGeom>
          <a:noFill/>
        </p:spPr>
        <p:txBody>
          <a:bodyPr wrap="square" anchor="ctr" lIns="54864" rIns="54864" tIns="27432" bIns="27432">
            <a:spAutoFit/>
          </a:bodyPr>
          <a:lstStyle/>
          <a:p>
            <a:pPr algn="ctr">
              <a:defRPr sz="800" b="1">
                <a:solidFill>
                  <a:srgbClr val="FFFFFF"/>
                </a:solidFill>
                <a:latin typeface="Arial"/>
              </a:defRPr>
            </a:pPr>
            <a:r>
              <a:t>{{col0_header}}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920240" y="685800"/>
            <a:ext cx="1645920" cy="36576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920240" y="685800"/>
            <a:ext cx="1645920" cy="365760"/>
          </a:xfrm>
          <a:prstGeom prst="rect">
            <a:avLst/>
          </a:prstGeom>
          <a:noFill/>
        </p:spPr>
        <p:txBody>
          <a:bodyPr wrap="square" anchor="ctr" lIns="54864" rIns="54864" tIns="27432" bIns="27432">
            <a:spAutoFit/>
          </a:bodyPr>
          <a:lstStyle/>
          <a:p>
            <a:pPr algn="ctr">
              <a:defRPr sz="800" b="1">
                <a:solidFill>
                  <a:srgbClr val="FFFFFF"/>
                </a:solidFill>
                <a:latin typeface="Arial"/>
              </a:defRPr>
            </a:pPr>
            <a:r>
              <a:t>{{col1_header}}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566160" y="685800"/>
            <a:ext cx="1645920" cy="36576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566160" y="685800"/>
            <a:ext cx="1645920" cy="365760"/>
          </a:xfrm>
          <a:prstGeom prst="rect">
            <a:avLst/>
          </a:prstGeom>
          <a:noFill/>
        </p:spPr>
        <p:txBody>
          <a:bodyPr wrap="square" anchor="ctr" lIns="54864" rIns="54864" tIns="27432" bIns="27432">
            <a:spAutoFit/>
          </a:bodyPr>
          <a:lstStyle/>
          <a:p>
            <a:pPr algn="ctr">
              <a:defRPr sz="800" b="1">
                <a:solidFill>
                  <a:srgbClr val="FFFFFF"/>
                </a:solidFill>
                <a:latin typeface="Arial"/>
              </a:defRPr>
            </a:pPr>
            <a:r>
              <a:t>{{col2_header}}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212080" y="685800"/>
            <a:ext cx="1645920" cy="36576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212080" y="685800"/>
            <a:ext cx="1645920" cy="365760"/>
          </a:xfrm>
          <a:prstGeom prst="rect">
            <a:avLst/>
          </a:prstGeom>
          <a:noFill/>
        </p:spPr>
        <p:txBody>
          <a:bodyPr wrap="square" anchor="ctr" lIns="54864" rIns="54864" tIns="27432" bIns="27432">
            <a:spAutoFit/>
          </a:bodyPr>
          <a:lstStyle/>
          <a:p>
            <a:pPr algn="ctr">
              <a:defRPr sz="800" b="1">
                <a:solidFill>
                  <a:srgbClr val="FFFFFF"/>
                </a:solidFill>
                <a:latin typeface="Arial"/>
              </a:defRPr>
            </a:pPr>
            <a:r>
              <a:t>{{col3_header}}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858000" y="685800"/>
            <a:ext cx="1645920" cy="36576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858000" y="685800"/>
            <a:ext cx="1645920" cy="365760"/>
          </a:xfrm>
          <a:prstGeom prst="rect">
            <a:avLst/>
          </a:prstGeom>
          <a:noFill/>
        </p:spPr>
        <p:txBody>
          <a:bodyPr wrap="square" anchor="ctr" lIns="54864" rIns="54864" tIns="27432" bIns="27432">
            <a:spAutoFit/>
          </a:bodyPr>
          <a:lstStyle/>
          <a:p>
            <a:pPr algn="ctr">
              <a:defRPr sz="800" b="1">
                <a:solidFill>
                  <a:srgbClr val="FFFFFF"/>
                </a:solidFill>
                <a:latin typeface="Arial"/>
              </a:defRPr>
            </a:pPr>
            <a:r>
              <a:t>{{col4_header}}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74320" y="1051560"/>
            <a:ext cx="2103120" cy="502920"/>
          </a:xfrm>
          <a:prstGeom prst="rect">
            <a:avLst/>
          </a:prstGeom>
          <a:solidFill>
            <a:srgbClr val="CBD1D6"/>
          </a:solidFill>
          <a:ln w="6350">
            <a:solidFill>
              <a:srgbClr val="DDDD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20040" y="1051560"/>
            <a:ext cx="2057400" cy="502920"/>
          </a:xfrm>
          <a:prstGeom prst="rect">
            <a:avLst/>
          </a:prstGeom>
          <a:noFill/>
        </p:spPr>
        <p:txBody>
          <a:bodyPr wrap="square" anchor="ctr" lIns="54864" rIns="54864" tIns="27432" bIns="27432">
            <a:spAutoFit/>
          </a:bodyPr>
          <a:lstStyle/>
          <a:p>
            <a:pPr algn="l">
              <a:defRPr sz="700" b="1">
                <a:solidFill>
                  <a:srgbClr val="000000"/>
                </a:solidFill>
                <a:latin typeface="Arial"/>
              </a:defRPr>
            </a:pPr>
            <a:r>
              <a:t>{{r0_c0}}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920240" y="1051560"/>
            <a:ext cx="164592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965960" y="1051560"/>
            <a:ext cx="1645920" cy="502920"/>
          </a:xfrm>
          <a:prstGeom prst="rect">
            <a:avLst/>
          </a:prstGeom>
          <a:noFill/>
        </p:spPr>
        <p:txBody>
          <a:bodyPr wrap="square" anchor="ctr" lIns="54864" rIns="54864" tIns="27432" bIns="27432">
            <a:spAutoFit/>
          </a:bodyPr>
          <a:lstStyle/>
          <a:p>
            <a:pPr algn="l">
              <a:defRPr sz="700" b="0">
                <a:solidFill>
                  <a:srgbClr val="000000"/>
                </a:solidFill>
                <a:latin typeface="Arial"/>
              </a:defRPr>
            </a:pPr>
            <a:r>
              <a:t>{{r0_c1}}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566160" y="1051560"/>
            <a:ext cx="164592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611879" y="1051560"/>
            <a:ext cx="1645920" cy="502920"/>
          </a:xfrm>
          <a:prstGeom prst="rect">
            <a:avLst/>
          </a:prstGeom>
          <a:noFill/>
        </p:spPr>
        <p:txBody>
          <a:bodyPr wrap="square" anchor="ctr" lIns="54864" rIns="54864" tIns="27432" bIns="27432">
            <a:spAutoFit/>
          </a:bodyPr>
          <a:lstStyle/>
          <a:p>
            <a:pPr algn="l">
              <a:defRPr sz="700" b="0">
                <a:solidFill>
                  <a:srgbClr val="000000"/>
                </a:solidFill>
                <a:latin typeface="Arial"/>
              </a:defRPr>
            </a:pPr>
            <a:r>
              <a:t>{{r0_c2}}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212080" y="1051560"/>
            <a:ext cx="164592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257800" y="1051560"/>
            <a:ext cx="1645920" cy="502920"/>
          </a:xfrm>
          <a:prstGeom prst="rect">
            <a:avLst/>
          </a:prstGeom>
          <a:noFill/>
        </p:spPr>
        <p:txBody>
          <a:bodyPr wrap="square" anchor="ctr" lIns="54864" rIns="54864" tIns="27432" bIns="27432">
            <a:spAutoFit/>
          </a:bodyPr>
          <a:lstStyle/>
          <a:p>
            <a:pPr algn="l">
              <a:defRPr sz="700" b="0">
                <a:solidFill>
                  <a:srgbClr val="000000"/>
                </a:solidFill>
                <a:latin typeface="Arial"/>
              </a:defRPr>
            </a:pPr>
            <a:r>
              <a:t>{{r0_c3}}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858000" y="1051560"/>
            <a:ext cx="164592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903720" y="1051560"/>
            <a:ext cx="1645920" cy="502920"/>
          </a:xfrm>
          <a:prstGeom prst="rect">
            <a:avLst/>
          </a:prstGeom>
          <a:noFill/>
        </p:spPr>
        <p:txBody>
          <a:bodyPr wrap="square" anchor="ctr" lIns="54864" rIns="54864" tIns="27432" bIns="27432">
            <a:spAutoFit/>
          </a:bodyPr>
          <a:lstStyle/>
          <a:p>
            <a:pPr algn="l">
              <a:defRPr sz="700" b="0">
                <a:solidFill>
                  <a:srgbClr val="000000"/>
                </a:solidFill>
                <a:latin typeface="Arial"/>
              </a:defRPr>
            </a:pPr>
            <a:r>
              <a:t>{{r0_c4}}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74320" y="1554480"/>
            <a:ext cx="2103120" cy="502920"/>
          </a:xfrm>
          <a:prstGeom prst="rect">
            <a:avLst/>
          </a:prstGeom>
          <a:solidFill>
            <a:srgbClr val="CBD1D6"/>
          </a:solidFill>
          <a:ln w="6350">
            <a:solidFill>
              <a:srgbClr val="DDDD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20040" y="1554480"/>
            <a:ext cx="2057400" cy="502920"/>
          </a:xfrm>
          <a:prstGeom prst="rect">
            <a:avLst/>
          </a:prstGeom>
          <a:noFill/>
        </p:spPr>
        <p:txBody>
          <a:bodyPr wrap="square" anchor="ctr" lIns="54864" rIns="54864" tIns="27432" bIns="27432">
            <a:spAutoFit/>
          </a:bodyPr>
          <a:lstStyle/>
          <a:p>
            <a:pPr algn="l">
              <a:defRPr sz="700" b="1">
                <a:solidFill>
                  <a:srgbClr val="000000"/>
                </a:solidFill>
                <a:latin typeface="Arial"/>
              </a:defRPr>
            </a:pPr>
            <a:r>
              <a:t>{{r1_c0}}</a:t>
            </a:r>
          </a:p>
        </p:txBody>
      </p:sp>
      <p:sp>
        <p:nvSpPr>
          <p:cNvPr id="31" name="Rectangle 30"/>
          <p:cNvSpPr/>
          <p:nvPr/>
        </p:nvSpPr>
        <p:spPr>
          <a:xfrm>
            <a:off x="1920240" y="1554480"/>
            <a:ext cx="1645920" cy="502920"/>
          </a:xfrm>
          <a:prstGeom prst="rect">
            <a:avLst/>
          </a:prstGeom>
          <a:solidFill>
            <a:srgbClr val="F2F2F2"/>
          </a:solidFill>
          <a:ln w="6350">
            <a:solidFill>
              <a:srgbClr val="DDDD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965960" y="1554480"/>
            <a:ext cx="1645920" cy="502920"/>
          </a:xfrm>
          <a:prstGeom prst="rect">
            <a:avLst/>
          </a:prstGeom>
          <a:noFill/>
        </p:spPr>
        <p:txBody>
          <a:bodyPr wrap="square" anchor="ctr" lIns="54864" rIns="54864" tIns="27432" bIns="27432">
            <a:spAutoFit/>
          </a:bodyPr>
          <a:lstStyle/>
          <a:p>
            <a:pPr algn="l">
              <a:defRPr sz="700" b="0">
                <a:solidFill>
                  <a:srgbClr val="000000"/>
                </a:solidFill>
                <a:latin typeface="Arial"/>
              </a:defRPr>
            </a:pPr>
            <a:r>
              <a:t>{{r1_c1}}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566160" y="1554480"/>
            <a:ext cx="1645920" cy="502920"/>
          </a:xfrm>
          <a:prstGeom prst="rect">
            <a:avLst/>
          </a:prstGeom>
          <a:solidFill>
            <a:srgbClr val="F2F2F2"/>
          </a:solidFill>
          <a:ln w="6350">
            <a:solidFill>
              <a:srgbClr val="DDDD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611879" y="1554480"/>
            <a:ext cx="1645920" cy="502920"/>
          </a:xfrm>
          <a:prstGeom prst="rect">
            <a:avLst/>
          </a:prstGeom>
          <a:noFill/>
        </p:spPr>
        <p:txBody>
          <a:bodyPr wrap="square" anchor="ctr" lIns="54864" rIns="54864" tIns="27432" bIns="27432">
            <a:spAutoFit/>
          </a:bodyPr>
          <a:lstStyle/>
          <a:p>
            <a:pPr algn="l">
              <a:defRPr sz="700" b="0">
                <a:solidFill>
                  <a:srgbClr val="000000"/>
                </a:solidFill>
                <a:latin typeface="Arial"/>
              </a:defRPr>
            </a:pPr>
            <a:r>
              <a:t>{{r1_c2}}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212080" y="1554480"/>
            <a:ext cx="1645920" cy="502920"/>
          </a:xfrm>
          <a:prstGeom prst="rect">
            <a:avLst/>
          </a:prstGeom>
          <a:solidFill>
            <a:srgbClr val="F2F2F2"/>
          </a:solidFill>
          <a:ln w="6350">
            <a:solidFill>
              <a:srgbClr val="DDDD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257800" y="1554480"/>
            <a:ext cx="1645920" cy="502920"/>
          </a:xfrm>
          <a:prstGeom prst="rect">
            <a:avLst/>
          </a:prstGeom>
          <a:noFill/>
        </p:spPr>
        <p:txBody>
          <a:bodyPr wrap="square" anchor="ctr" lIns="54864" rIns="54864" tIns="27432" bIns="27432">
            <a:spAutoFit/>
          </a:bodyPr>
          <a:lstStyle/>
          <a:p>
            <a:pPr algn="l">
              <a:defRPr sz="700" b="0">
                <a:solidFill>
                  <a:srgbClr val="000000"/>
                </a:solidFill>
                <a:latin typeface="Arial"/>
              </a:defRPr>
            </a:pPr>
            <a:r>
              <a:t>{{r1_c3}}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858000" y="1554480"/>
            <a:ext cx="1645920" cy="502920"/>
          </a:xfrm>
          <a:prstGeom prst="rect">
            <a:avLst/>
          </a:prstGeom>
          <a:solidFill>
            <a:srgbClr val="F2F2F2"/>
          </a:solidFill>
          <a:ln w="6350">
            <a:solidFill>
              <a:srgbClr val="DDDD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903720" y="1554480"/>
            <a:ext cx="1645920" cy="502920"/>
          </a:xfrm>
          <a:prstGeom prst="rect">
            <a:avLst/>
          </a:prstGeom>
          <a:noFill/>
        </p:spPr>
        <p:txBody>
          <a:bodyPr wrap="square" anchor="ctr" lIns="54864" rIns="54864" tIns="27432" bIns="27432">
            <a:spAutoFit/>
          </a:bodyPr>
          <a:lstStyle/>
          <a:p>
            <a:pPr algn="l">
              <a:defRPr sz="700" b="0">
                <a:solidFill>
                  <a:srgbClr val="000000"/>
                </a:solidFill>
                <a:latin typeface="Arial"/>
              </a:defRPr>
            </a:pPr>
            <a:r>
              <a:t>{{r1_c4}}</a:t>
            </a:r>
          </a:p>
        </p:txBody>
      </p:sp>
      <p:sp>
        <p:nvSpPr>
          <p:cNvPr id="39" name="Rectangle 38"/>
          <p:cNvSpPr/>
          <p:nvPr/>
        </p:nvSpPr>
        <p:spPr>
          <a:xfrm>
            <a:off x="274320" y="2057400"/>
            <a:ext cx="2103120" cy="502920"/>
          </a:xfrm>
          <a:prstGeom prst="rect">
            <a:avLst/>
          </a:prstGeom>
          <a:solidFill>
            <a:srgbClr val="CBD1D6"/>
          </a:solidFill>
          <a:ln w="6350">
            <a:solidFill>
              <a:srgbClr val="DDDD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20040" y="2057400"/>
            <a:ext cx="2057400" cy="502920"/>
          </a:xfrm>
          <a:prstGeom prst="rect">
            <a:avLst/>
          </a:prstGeom>
          <a:noFill/>
        </p:spPr>
        <p:txBody>
          <a:bodyPr wrap="square" anchor="ctr" lIns="54864" rIns="54864" tIns="27432" bIns="27432">
            <a:spAutoFit/>
          </a:bodyPr>
          <a:lstStyle/>
          <a:p>
            <a:pPr algn="l">
              <a:defRPr sz="700" b="1">
                <a:solidFill>
                  <a:srgbClr val="000000"/>
                </a:solidFill>
                <a:latin typeface="Arial"/>
              </a:defRPr>
            </a:pPr>
            <a:r>
              <a:t>{{r2_c0}}</a:t>
            </a:r>
          </a:p>
        </p:txBody>
      </p:sp>
      <p:sp>
        <p:nvSpPr>
          <p:cNvPr id="41" name="Rectangle 40"/>
          <p:cNvSpPr/>
          <p:nvPr/>
        </p:nvSpPr>
        <p:spPr>
          <a:xfrm>
            <a:off x="1920240" y="2057400"/>
            <a:ext cx="164592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965960" y="2057400"/>
            <a:ext cx="1645920" cy="502920"/>
          </a:xfrm>
          <a:prstGeom prst="rect">
            <a:avLst/>
          </a:prstGeom>
          <a:noFill/>
        </p:spPr>
        <p:txBody>
          <a:bodyPr wrap="square" anchor="ctr" lIns="54864" rIns="54864" tIns="27432" bIns="27432">
            <a:spAutoFit/>
          </a:bodyPr>
          <a:lstStyle/>
          <a:p>
            <a:pPr algn="l">
              <a:defRPr sz="700" b="0">
                <a:solidFill>
                  <a:srgbClr val="000000"/>
                </a:solidFill>
                <a:latin typeface="Arial"/>
              </a:defRPr>
            </a:pPr>
            <a:r>
              <a:t>{{r2_c1}}</a:t>
            </a:r>
          </a:p>
        </p:txBody>
      </p:sp>
      <p:sp>
        <p:nvSpPr>
          <p:cNvPr id="43" name="Rectangle 42"/>
          <p:cNvSpPr/>
          <p:nvPr/>
        </p:nvSpPr>
        <p:spPr>
          <a:xfrm>
            <a:off x="3566160" y="2057400"/>
            <a:ext cx="164592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3611879" y="2057400"/>
            <a:ext cx="1645920" cy="502920"/>
          </a:xfrm>
          <a:prstGeom prst="rect">
            <a:avLst/>
          </a:prstGeom>
          <a:noFill/>
        </p:spPr>
        <p:txBody>
          <a:bodyPr wrap="square" anchor="ctr" lIns="54864" rIns="54864" tIns="27432" bIns="27432">
            <a:spAutoFit/>
          </a:bodyPr>
          <a:lstStyle/>
          <a:p>
            <a:pPr algn="l">
              <a:defRPr sz="700" b="0">
                <a:solidFill>
                  <a:srgbClr val="000000"/>
                </a:solidFill>
                <a:latin typeface="Arial"/>
              </a:defRPr>
            </a:pPr>
            <a:r>
              <a:t>{{r2_c2}}</a:t>
            </a:r>
          </a:p>
        </p:txBody>
      </p:sp>
      <p:sp>
        <p:nvSpPr>
          <p:cNvPr id="45" name="Rectangle 44"/>
          <p:cNvSpPr/>
          <p:nvPr/>
        </p:nvSpPr>
        <p:spPr>
          <a:xfrm>
            <a:off x="5212080" y="2057400"/>
            <a:ext cx="164592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5257800" y="2057400"/>
            <a:ext cx="1645920" cy="502920"/>
          </a:xfrm>
          <a:prstGeom prst="rect">
            <a:avLst/>
          </a:prstGeom>
          <a:noFill/>
        </p:spPr>
        <p:txBody>
          <a:bodyPr wrap="square" anchor="ctr" lIns="54864" rIns="54864" tIns="27432" bIns="27432">
            <a:spAutoFit/>
          </a:bodyPr>
          <a:lstStyle/>
          <a:p>
            <a:pPr algn="l">
              <a:defRPr sz="700" b="0">
                <a:solidFill>
                  <a:srgbClr val="000000"/>
                </a:solidFill>
                <a:latin typeface="Arial"/>
              </a:defRPr>
            </a:pPr>
            <a:r>
              <a:t>{{r2_c3}}</a:t>
            </a:r>
          </a:p>
        </p:txBody>
      </p:sp>
      <p:sp>
        <p:nvSpPr>
          <p:cNvPr id="47" name="Rectangle 46"/>
          <p:cNvSpPr/>
          <p:nvPr/>
        </p:nvSpPr>
        <p:spPr>
          <a:xfrm>
            <a:off x="6858000" y="2057400"/>
            <a:ext cx="164592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903720" y="2057400"/>
            <a:ext cx="1645920" cy="502920"/>
          </a:xfrm>
          <a:prstGeom prst="rect">
            <a:avLst/>
          </a:prstGeom>
          <a:noFill/>
        </p:spPr>
        <p:txBody>
          <a:bodyPr wrap="square" anchor="ctr" lIns="54864" rIns="54864" tIns="27432" bIns="27432">
            <a:spAutoFit/>
          </a:bodyPr>
          <a:lstStyle/>
          <a:p>
            <a:pPr algn="l">
              <a:defRPr sz="700" b="0">
                <a:solidFill>
                  <a:srgbClr val="000000"/>
                </a:solidFill>
                <a:latin typeface="Arial"/>
              </a:defRPr>
            </a:pPr>
            <a:r>
              <a:t>{{r2_c4}}</a:t>
            </a:r>
          </a:p>
        </p:txBody>
      </p:sp>
      <p:sp>
        <p:nvSpPr>
          <p:cNvPr id="49" name="Rectangle 48"/>
          <p:cNvSpPr/>
          <p:nvPr/>
        </p:nvSpPr>
        <p:spPr>
          <a:xfrm>
            <a:off x="274320" y="2560320"/>
            <a:ext cx="2103120" cy="502920"/>
          </a:xfrm>
          <a:prstGeom prst="rect">
            <a:avLst/>
          </a:prstGeom>
          <a:solidFill>
            <a:srgbClr val="CBD1D6"/>
          </a:solidFill>
          <a:ln w="6350">
            <a:solidFill>
              <a:srgbClr val="DDDD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320040" y="2560320"/>
            <a:ext cx="2057400" cy="502920"/>
          </a:xfrm>
          <a:prstGeom prst="rect">
            <a:avLst/>
          </a:prstGeom>
          <a:noFill/>
        </p:spPr>
        <p:txBody>
          <a:bodyPr wrap="square" anchor="ctr" lIns="54864" rIns="54864" tIns="27432" bIns="27432">
            <a:spAutoFit/>
          </a:bodyPr>
          <a:lstStyle/>
          <a:p>
            <a:pPr algn="l">
              <a:defRPr sz="700" b="1">
                <a:solidFill>
                  <a:srgbClr val="000000"/>
                </a:solidFill>
                <a:latin typeface="Arial"/>
              </a:defRPr>
            </a:pPr>
            <a:r>
              <a:t>{{r3_c0}}</a:t>
            </a:r>
          </a:p>
        </p:txBody>
      </p:sp>
      <p:sp>
        <p:nvSpPr>
          <p:cNvPr id="51" name="Rectangle 50"/>
          <p:cNvSpPr/>
          <p:nvPr/>
        </p:nvSpPr>
        <p:spPr>
          <a:xfrm>
            <a:off x="1920240" y="2560320"/>
            <a:ext cx="1645920" cy="502920"/>
          </a:xfrm>
          <a:prstGeom prst="rect">
            <a:avLst/>
          </a:prstGeom>
          <a:solidFill>
            <a:srgbClr val="F2F2F2"/>
          </a:solidFill>
          <a:ln w="6350">
            <a:solidFill>
              <a:srgbClr val="DDDD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1965960" y="2560320"/>
            <a:ext cx="1645920" cy="502920"/>
          </a:xfrm>
          <a:prstGeom prst="rect">
            <a:avLst/>
          </a:prstGeom>
          <a:noFill/>
        </p:spPr>
        <p:txBody>
          <a:bodyPr wrap="square" anchor="ctr" lIns="54864" rIns="54864" tIns="27432" bIns="27432">
            <a:spAutoFit/>
          </a:bodyPr>
          <a:lstStyle/>
          <a:p>
            <a:pPr algn="l">
              <a:defRPr sz="700" b="0">
                <a:solidFill>
                  <a:srgbClr val="000000"/>
                </a:solidFill>
                <a:latin typeface="Arial"/>
              </a:defRPr>
            </a:pPr>
            <a:r>
              <a:t>{{r3_c1}}</a:t>
            </a:r>
          </a:p>
        </p:txBody>
      </p:sp>
      <p:sp>
        <p:nvSpPr>
          <p:cNvPr id="53" name="Rectangle 52"/>
          <p:cNvSpPr/>
          <p:nvPr/>
        </p:nvSpPr>
        <p:spPr>
          <a:xfrm>
            <a:off x="3566160" y="2560320"/>
            <a:ext cx="1645920" cy="502920"/>
          </a:xfrm>
          <a:prstGeom prst="rect">
            <a:avLst/>
          </a:prstGeom>
          <a:solidFill>
            <a:srgbClr val="F2F2F2"/>
          </a:solidFill>
          <a:ln w="6350">
            <a:solidFill>
              <a:srgbClr val="DDDD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3611879" y="2560320"/>
            <a:ext cx="1645920" cy="502920"/>
          </a:xfrm>
          <a:prstGeom prst="rect">
            <a:avLst/>
          </a:prstGeom>
          <a:noFill/>
        </p:spPr>
        <p:txBody>
          <a:bodyPr wrap="square" anchor="ctr" lIns="54864" rIns="54864" tIns="27432" bIns="27432">
            <a:spAutoFit/>
          </a:bodyPr>
          <a:lstStyle/>
          <a:p>
            <a:pPr algn="l">
              <a:defRPr sz="700" b="0">
                <a:solidFill>
                  <a:srgbClr val="000000"/>
                </a:solidFill>
                <a:latin typeface="Arial"/>
              </a:defRPr>
            </a:pPr>
            <a:r>
              <a:t>{{r3_c2}}</a:t>
            </a:r>
          </a:p>
        </p:txBody>
      </p:sp>
      <p:sp>
        <p:nvSpPr>
          <p:cNvPr id="55" name="Rectangle 54"/>
          <p:cNvSpPr/>
          <p:nvPr/>
        </p:nvSpPr>
        <p:spPr>
          <a:xfrm>
            <a:off x="5212080" y="2560320"/>
            <a:ext cx="1645920" cy="502920"/>
          </a:xfrm>
          <a:prstGeom prst="rect">
            <a:avLst/>
          </a:prstGeom>
          <a:solidFill>
            <a:srgbClr val="F2F2F2"/>
          </a:solidFill>
          <a:ln w="6350">
            <a:solidFill>
              <a:srgbClr val="DDDD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5257800" y="2560320"/>
            <a:ext cx="1645920" cy="502920"/>
          </a:xfrm>
          <a:prstGeom prst="rect">
            <a:avLst/>
          </a:prstGeom>
          <a:noFill/>
        </p:spPr>
        <p:txBody>
          <a:bodyPr wrap="square" anchor="ctr" lIns="54864" rIns="54864" tIns="27432" bIns="27432">
            <a:spAutoFit/>
          </a:bodyPr>
          <a:lstStyle/>
          <a:p>
            <a:pPr algn="l">
              <a:defRPr sz="700" b="0">
                <a:solidFill>
                  <a:srgbClr val="000000"/>
                </a:solidFill>
                <a:latin typeface="Arial"/>
              </a:defRPr>
            </a:pPr>
            <a:r>
              <a:t>{{r3_c3}}</a:t>
            </a:r>
          </a:p>
        </p:txBody>
      </p:sp>
      <p:sp>
        <p:nvSpPr>
          <p:cNvPr id="57" name="Rectangle 56"/>
          <p:cNvSpPr/>
          <p:nvPr/>
        </p:nvSpPr>
        <p:spPr>
          <a:xfrm>
            <a:off x="6858000" y="2560320"/>
            <a:ext cx="1645920" cy="502920"/>
          </a:xfrm>
          <a:prstGeom prst="rect">
            <a:avLst/>
          </a:prstGeom>
          <a:solidFill>
            <a:srgbClr val="F2F2F2"/>
          </a:solidFill>
          <a:ln w="6350">
            <a:solidFill>
              <a:srgbClr val="DDDD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6903720" y="2560320"/>
            <a:ext cx="1645920" cy="502920"/>
          </a:xfrm>
          <a:prstGeom prst="rect">
            <a:avLst/>
          </a:prstGeom>
          <a:noFill/>
        </p:spPr>
        <p:txBody>
          <a:bodyPr wrap="square" anchor="ctr" lIns="54864" rIns="54864" tIns="27432" bIns="27432">
            <a:spAutoFit/>
          </a:bodyPr>
          <a:lstStyle/>
          <a:p>
            <a:pPr algn="l">
              <a:defRPr sz="700" b="0">
                <a:solidFill>
                  <a:srgbClr val="000000"/>
                </a:solidFill>
                <a:latin typeface="Arial"/>
              </a:defRPr>
            </a:pPr>
            <a:r>
              <a:t>{{r3_c4}}</a:t>
            </a:r>
          </a:p>
        </p:txBody>
      </p:sp>
      <p:sp>
        <p:nvSpPr>
          <p:cNvPr id="59" name="Rectangle 58"/>
          <p:cNvSpPr/>
          <p:nvPr/>
        </p:nvSpPr>
        <p:spPr>
          <a:xfrm>
            <a:off x="274320" y="3063240"/>
            <a:ext cx="2103120" cy="502920"/>
          </a:xfrm>
          <a:prstGeom prst="rect">
            <a:avLst/>
          </a:prstGeom>
          <a:solidFill>
            <a:srgbClr val="CBD1D6"/>
          </a:solidFill>
          <a:ln w="6350">
            <a:solidFill>
              <a:srgbClr val="DDDD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320040" y="3063240"/>
            <a:ext cx="2057400" cy="502920"/>
          </a:xfrm>
          <a:prstGeom prst="rect">
            <a:avLst/>
          </a:prstGeom>
          <a:noFill/>
        </p:spPr>
        <p:txBody>
          <a:bodyPr wrap="square" anchor="ctr" lIns="54864" rIns="54864" tIns="27432" bIns="27432">
            <a:spAutoFit/>
          </a:bodyPr>
          <a:lstStyle/>
          <a:p>
            <a:pPr algn="l">
              <a:defRPr sz="700" b="1">
                <a:solidFill>
                  <a:srgbClr val="000000"/>
                </a:solidFill>
                <a:latin typeface="Arial"/>
              </a:defRPr>
            </a:pPr>
            <a:r>
              <a:t>{{r4_c0}}</a:t>
            </a:r>
          </a:p>
        </p:txBody>
      </p:sp>
      <p:sp>
        <p:nvSpPr>
          <p:cNvPr id="61" name="Rectangle 60"/>
          <p:cNvSpPr/>
          <p:nvPr/>
        </p:nvSpPr>
        <p:spPr>
          <a:xfrm>
            <a:off x="1920240" y="3063240"/>
            <a:ext cx="164592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1965960" y="3063240"/>
            <a:ext cx="1645920" cy="502920"/>
          </a:xfrm>
          <a:prstGeom prst="rect">
            <a:avLst/>
          </a:prstGeom>
          <a:noFill/>
        </p:spPr>
        <p:txBody>
          <a:bodyPr wrap="square" anchor="ctr" lIns="54864" rIns="54864" tIns="27432" bIns="27432">
            <a:spAutoFit/>
          </a:bodyPr>
          <a:lstStyle/>
          <a:p>
            <a:pPr algn="l">
              <a:defRPr sz="700" b="0">
                <a:solidFill>
                  <a:srgbClr val="000000"/>
                </a:solidFill>
                <a:latin typeface="Arial"/>
              </a:defRPr>
            </a:pPr>
            <a:r>
              <a:t>{{r4_c1}}</a:t>
            </a:r>
          </a:p>
        </p:txBody>
      </p:sp>
      <p:sp>
        <p:nvSpPr>
          <p:cNvPr id="63" name="Rectangle 62"/>
          <p:cNvSpPr/>
          <p:nvPr/>
        </p:nvSpPr>
        <p:spPr>
          <a:xfrm>
            <a:off x="3566160" y="3063240"/>
            <a:ext cx="164592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3611879" y="3063240"/>
            <a:ext cx="1645920" cy="502920"/>
          </a:xfrm>
          <a:prstGeom prst="rect">
            <a:avLst/>
          </a:prstGeom>
          <a:noFill/>
        </p:spPr>
        <p:txBody>
          <a:bodyPr wrap="square" anchor="ctr" lIns="54864" rIns="54864" tIns="27432" bIns="27432">
            <a:spAutoFit/>
          </a:bodyPr>
          <a:lstStyle/>
          <a:p>
            <a:pPr algn="l">
              <a:defRPr sz="700" b="0">
                <a:solidFill>
                  <a:srgbClr val="000000"/>
                </a:solidFill>
                <a:latin typeface="Arial"/>
              </a:defRPr>
            </a:pPr>
            <a:r>
              <a:t>{{r4_c2}}</a:t>
            </a:r>
          </a:p>
        </p:txBody>
      </p:sp>
      <p:sp>
        <p:nvSpPr>
          <p:cNvPr id="65" name="Rectangle 64"/>
          <p:cNvSpPr/>
          <p:nvPr/>
        </p:nvSpPr>
        <p:spPr>
          <a:xfrm>
            <a:off x="5212080" y="3063240"/>
            <a:ext cx="164592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5257800" y="3063240"/>
            <a:ext cx="1645920" cy="502920"/>
          </a:xfrm>
          <a:prstGeom prst="rect">
            <a:avLst/>
          </a:prstGeom>
          <a:noFill/>
        </p:spPr>
        <p:txBody>
          <a:bodyPr wrap="square" anchor="ctr" lIns="54864" rIns="54864" tIns="27432" bIns="27432">
            <a:spAutoFit/>
          </a:bodyPr>
          <a:lstStyle/>
          <a:p>
            <a:pPr algn="l">
              <a:defRPr sz="700" b="0">
                <a:solidFill>
                  <a:srgbClr val="000000"/>
                </a:solidFill>
                <a:latin typeface="Arial"/>
              </a:defRPr>
            </a:pPr>
            <a:r>
              <a:t>{{r4_c3}}</a:t>
            </a:r>
          </a:p>
        </p:txBody>
      </p:sp>
      <p:sp>
        <p:nvSpPr>
          <p:cNvPr id="67" name="Rectangle 66"/>
          <p:cNvSpPr/>
          <p:nvPr/>
        </p:nvSpPr>
        <p:spPr>
          <a:xfrm>
            <a:off x="6858000" y="3063240"/>
            <a:ext cx="164592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6903720" y="3063240"/>
            <a:ext cx="1645920" cy="502920"/>
          </a:xfrm>
          <a:prstGeom prst="rect">
            <a:avLst/>
          </a:prstGeom>
          <a:noFill/>
        </p:spPr>
        <p:txBody>
          <a:bodyPr wrap="square" anchor="ctr" lIns="54864" rIns="54864" tIns="27432" bIns="27432">
            <a:spAutoFit/>
          </a:bodyPr>
          <a:lstStyle/>
          <a:p>
            <a:pPr algn="l">
              <a:defRPr sz="700" b="0">
                <a:solidFill>
                  <a:srgbClr val="000000"/>
                </a:solidFill>
                <a:latin typeface="Arial"/>
              </a:defRPr>
            </a:pPr>
            <a:r>
              <a:t>{{r4_c4}}</a:t>
            </a:r>
          </a:p>
        </p:txBody>
      </p:sp>
      <p:sp>
        <p:nvSpPr>
          <p:cNvPr id="69" name="Rectangle 68"/>
          <p:cNvSpPr/>
          <p:nvPr/>
        </p:nvSpPr>
        <p:spPr>
          <a:xfrm>
            <a:off x="274320" y="3566160"/>
            <a:ext cx="2103120" cy="502920"/>
          </a:xfrm>
          <a:prstGeom prst="rect">
            <a:avLst/>
          </a:prstGeom>
          <a:solidFill>
            <a:srgbClr val="CBD1D6"/>
          </a:solidFill>
          <a:ln w="6350">
            <a:solidFill>
              <a:srgbClr val="DDDD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320040" y="3566160"/>
            <a:ext cx="2057400" cy="502920"/>
          </a:xfrm>
          <a:prstGeom prst="rect">
            <a:avLst/>
          </a:prstGeom>
          <a:noFill/>
        </p:spPr>
        <p:txBody>
          <a:bodyPr wrap="square" anchor="ctr" lIns="54864" rIns="54864" tIns="27432" bIns="27432">
            <a:spAutoFit/>
          </a:bodyPr>
          <a:lstStyle/>
          <a:p>
            <a:pPr algn="l">
              <a:defRPr sz="700" b="1">
                <a:solidFill>
                  <a:srgbClr val="000000"/>
                </a:solidFill>
                <a:latin typeface="Arial"/>
              </a:defRPr>
            </a:pPr>
            <a:r>
              <a:t>{{r5_c0}}</a:t>
            </a:r>
          </a:p>
        </p:txBody>
      </p:sp>
      <p:sp>
        <p:nvSpPr>
          <p:cNvPr id="71" name="Rectangle 70"/>
          <p:cNvSpPr/>
          <p:nvPr/>
        </p:nvSpPr>
        <p:spPr>
          <a:xfrm>
            <a:off x="1920240" y="3566160"/>
            <a:ext cx="1645920" cy="502920"/>
          </a:xfrm>
          <a:prstGeom prst="rect">
            <a:avLst/>
          </a:prstGeom>
          <a:solidFill>
            <a:srgbClr val="F2F2F2"/>
          </a:solidFill>
          <a:ln w="6350">
            <a:solidFill>
              <a:srgbClr val="DDDD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1965960" y="3566160"/>
            <a:ext cx="1645920" cy="502920"/>
          </a:xfrm>
          <a:prstGeom prst="rect">
            <a:avLst/>
          </a:prstGeom>
          <a:noFill/>
        </p:spPr>
        <p:txBody>
          <a:bodyPr wrap="square" anchor="ctr" lIns="54864" rIns="54864" tIns="27432" bIns="27432">
            <a:spAutoFit/>
          </a:bodyPr>
          <a:lstStyle/>
          <a:p>
            <a:pPr algn="l">
              <a:defRPr sz="700" b="0">
                <a:solidFill>
                  <a:srgbClr val="000000"/>
                </a:solidFill>
                <a:latin typeface="Arial"/>
              </a:defRPr>
            </a:pPr>
            <a:r>
              <a:t>{{r5_c1}}</a:t>
            </a:r>
          </a:p>
        </p:txBody>
      </p:sp>
      <p:sp>
        <p:nvSpPr>
          <p:cNvPr id="73" name="Rectangle 72"/>
          <p:cNvSpPr/>
          <p:nvPr/>
        </p:nvSpPr>
        <p:spPr>
          <a:xfrm>
            <a:off x="3566160" y="3566160"/>
            <a:ext cx="1645920" cy="502920"/>
          </a:xfrm>
          <a:prstGeom prst="rect">
            <a:avLst/>
          </a:prstGeom>
          <a:solidFill>
            <a:srgbClr val="F2F2F2"/>
          </a:solidFill>
          <a:ln w="6350">
            <a:solidFill>
              <a:srgbClr val="DDDD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3611879" y="3566160"/>
            <a:ext cx="1645920" cy="502920"/>
          </a:xfrm>
          <a:prstGeom prst="rect">
            <a:avLst/>
          </a:prstGeom>
          <a:noFill/>
        </p:spPr>
        <p:txBody>
          <a:bodyPr wrap="square" anchor="ctr" lIns="54864" rIns="54864" tIns="27432" bIns="27432">
            <a:spAutoFit/>
          </a:bodyPr>
          <a:lstStyle/>
          <a:p>
            <a:pPr algn="l">
              <a:defRPr sz="700" b="0">
                <a:solidFill>
                  <a:srgbClr val="000000"/>
                </a:solidFill>
                <a:latin typeface="Arial"/>
              </a:defRPr>
            </a:pPr>
            <a:r>
              <a:t>{{r5_c2}}</a:t>
            </a:r>
          </a:p>
        </p:txBody>
      </p:sp>
      <p:sp>
        <p:nvSpPr>
          <p:cNvPr id="75" name="Rectangle 74"/>
          <p:cNvSpPr/>
          <p:nvPr/>
        </p:nvSpPr>
        <p:spPr>
          <a:xfrm>
            <a:off x="5212080" y="3566160"/>
            <a:ext cx="1645920" cy="502920"/>
          </a:xfrm>
          <a:prstGeom prst="rect">
            <a:avLst/>
          </a:prstGeom>
          <a:solidFill>
            <a:srgbClr val="F2F2F2"/>
          </a:solidFill>
          <a:ln w="6350">
            <a:solidFill>
              <a:srgbClr val="DDDD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5257800" y="3566160"/>
            <a:ext cx="1645920" cy="502920"/>
          </a:xfrm>
          <a:prstGeom prst="rect">
            <a:avLst/>
          </a:prstGeom>
          <a:noFill/>
        </p:spPr>
        <p:txBody>
          <a:bodyPr wrap="square" anchor="ctr" lIns="54864" rIns="54864" tIns="27432" bIns="27432">
            <a:spAutoFit/>
          </a:bodyPr>
          <a:lstStyle/>
          <a:p>
            <a:pPr algn="l">
              <a:defRPr sz="700" b="0">
                <a:solidFill>
                  <a:srgbClr val="000000"/>
                </a:solidFill>
                <a:latin typeface="Arial"/>
              </a:defRPr>
            </a:pPr>
            <a:r>
              <a:t>{{r5_c3}}</a:t>
            </a:r>
          </a:p>
        </p:txBody>
      </p:sp>
      <p:sp>
        <p:nvSpPr>
          <p:cNvPr id="77" name="Rectangle 76"/>
          <p:cNvSpPr/>
          <p:nvPr/>
        </p:nvSpPr>
        <p:spPr>
          <a:xfrm>
            <a:off x="6858000" y="3566160"/>
            <a:ext cx="1645920" cy="502920"/>
          </a:xfrm>
          <a:prstGeom prst="rect">
            <a:avLst/>
          </a:prstGeom>
          <a:solidFill>
            <a:srgbClr val="F2F2F2"/>
          </a:solidFill>
          <a:ln w="6350">
            <a:solidFill>
              <a:srgbClr val="DDDD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6903720" y="3566160"/>
            <a:ext cx="1645920" cy="502920"/>
          </a:xfrm>
          <a:prstGeom prst="rect">
            <a:avLst/>
          </a:prstGeom>
          <a:noFill/>
        </p:spPr>
        <p:txBody>
          <a:bodyPr wrap="square" anchor="ctr" lIns="54864" rIns="54864" tIns="27432" bIns="27432">
            <a:spAutoFit/>
          </a:bodyPr>
          <a:lstStyle/>
          <a:p>
            <a:pPr algn="l">
              <a:defRPr sz="700" b="0">
                <a:solidFill>
                  <a:srgbClr val="000000"/>
                </a:solidFill>
                <a:latin typeface="Arial"/>
              </a:defRPr>
            </a:pPr>
            <a:r>
              <a:t>{{r5_c4}}</a:t>
            </a:r>
          </a:p>
        </p:txBody>
      </p:sp>
      <p:sp>
        <p:nvSpPr>
          <p:cNvPr id="79" name="Rectangle 78"/>
          <p:cNvSpPr/>
          <p:nvPr/>
        </p:nvSpPr>
        <p:spPr>
          <a:xfrm>
            <a:off x="274320" y="4069080"/>
            <a:ext cx="2103120" cy="502920"/>
          </a:xfrm>
          <a:prstGeom prst="rect">
            <a:avLst/>
          </a:prstGeom>
          <a:solidFill>
            <a:srgbClr val="CBD1D6"/>
          </a:solidFill>
          <a:ln w="6350">
            <a:solidFill>
              <a:srgbClr val="DDDD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320040" y="4069080"/>
            <a:ext cx="2057400" cy="502920"/>
          </a:xfrm>
          <a:prstGeom prst="rect">
            <a:avLst/>
          </a:prstGeom>
          <a:noFill/>
        </p:spPr>
        <p:txBody>
          <a:bodyPr wrap="square" anchor="ctr" lIns="54864" rIns="54864" tIns="27432" bIns="27432">
            <a:spAutoFit/>
          </a:bodyPr>
          <a:lstStyle/>
          <a:p>
            <a:pPr algn="l">
              <a:defRPr sz="700" b="1">
                <a:solidFill>
                  <a:srgbClr val="000000"/>
                </a:solidFill>
                <a:latin typeface="Arial"/>
              </a:defRPr>
            </a:pPr>
            <a:r>
              <a:t>{{r6_c0}}</a:t>
            </a:r>
          </a:p>
        </p:txBody>
      </p:sp>
      <p:sp>
        <p:nvSpPr>
          <p:cNvPr id="81" name="Rectangle 80"/>
          <p:cNvSpPr/>
          <p:nvPr/>
        </p:nvSpPr>
        <p:spPr>
          <a:xfrm>
            <a:off x="1920240" y="4069080"/>
            <a:ext cx="164592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1965960" y="4069080"/>
            <a:ext cx="1645920" cy="502920"/>
          </a:xfrm>
          <a:prstGeom prst="rect">
            <a:avLst/>
          </a:prstGeom>
          <a:noFill/>
        </p:spPr>
        <p:txBody>
          <a:bodyPr wrap="square" anchor="ctr" lIns="54864" rIns="54864" tIns="27432" bIns="27432">
            <a:spAutoFit/>
          </a:bodyPr>
          <a:lstStyle/>
          <a:p>
            <a:pPr algn="l">
              <a:defRPr sz="700" b="0">
                <a:solidFill>
                  <a:srgbClr val="000000"/>
                </a:solidFill>
                <a:latin typeface="Arial"/>
              </a:defRPr>
            </a:pPr>
            <a:r>
              <a:t>{{r6_c1}}</a:t>
            </a:r>
          </a:p>
        </p:txBody>
      </p:sp>
      <p:sp>
        <p:nvSpPr>
          <p:cNvPr id="83" name="Rectangle 82"/>
          <p:cNvSpPr/>
          <p:nvPr/>
        </p:nvSpPr>
        <p:spPr>
          <a:xfrm>
            <a:off x="3566160" y="4069080"/>
            <a:ext cx="164592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3611879" y="4069080"/>
            <a:ext cx="1645920" cy="502920"/>
          </a:xfrm>
          <a:prstGeom prst="rect">
            <a:avLst/>
          </a:prstGeom>
          <a:noFill/>
        </p:spPr>
        <p:txBody>
          <a:bodyPr wrap="square" anchor="ctr" lIns="54864" rIns="54864" tIns="27432" bIns="27432">
            <a:spAutoFit/>
          </a:bodyPr>
          <a:lstStyle/>
          <a:p>
            <a:pPr algn="l">
              <a:defRPr sz="700" b="0">
                <a:solidFill>
                  <a:srgbClr val="000000"/>
                </a:solidFill>
                <a:latin typeface="Arial"/>
              </a:defRPr>
            </a:pPr>
            <a:r>
              <a:t>{{r6_c2}}</a:t>
            </a:r>
          </a:p>
        </p:txBody>
      </p:sp>
      <p:sp>
        <p:nvSpPr>
          <p:cNvPr id="85" name="Rectangle 84"/>
          <p:cNvSpPr/>
          <p:nvPr/>
        </p:nvSpPr>
        <p:spPr>
          <a:xfrm>
            <a:off x="5212080" y="4069080"/>
            <a:ext cx="164592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5257800" y="4069080"/>
            <a:ext cx="1645920" cy="502920"/>
          </a:xfrm>
          <a:prstGeom prst="rect">
            <a:avLst/>
          </a:prstGeom>
          <a:noFill/>
        </p:spPr>
        <p:txBody>
          <a:bodyPr wrap="square" anchor="ctr" lIns="54864" rIns="54864" tIns="27432" bIns="27432">
            <a:spAutoFit/>
          </a:bodyPr>
          <a:lstStyle/>
          <a:p>
            <a:pPr algn="l">
              <a:defRPr sz="700" b="0">
                <a:solidFill>
                  <a:srgbClr val="000000"/>
                </a:solidFill>
                <a:latin typeface="Arial"/>
              </a:defRPr>
            </a:pPr>
            <a:r>
              <a:t>{{r6_c3}}</a:t>
            </a:r>
          </a:p>
        </p:txBody>
      </p:sp>
      <p:sp>
        <p:nvSpPr>
          <p:cNvPr id="87" name="Rectangle 86"/>
          <p:cNvSpPr/>
          <p:nvPr/>
        </p:nvSpPr>
        <p:spPr>
          <a:xfrm>
            <a:off x="6858000" y="4069080"/>
            <a:ext cx="164592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6903720" y="4069080"/>
            <a:ext cx="1645920" cy="502920"/>
          </a:xfrm>
          <a:prstGeom prst="rect">
            <a:avLst/>
          </a:prstGeom>
          <a:noFill/>
        </p:spPr>
        <p:txBody>
          <a:bodyPr wrap="square" anchor="ctr" lIns="54864" rIns="54864" tIns="27432" bIns="27432">
            <a:spAutoFit/>
          </a:bodyPr>
          <a:lstStyle/>
          <a:p>
            <a:pPr algn="l">
              <a:defRPr sz="700" b="0">
                <a:solidFill>
                  <a:srgbClr val="000000"/>
                </a:solidFill>
                <a:latin typeface="Arial"/>
              </a:defRPr>
            </a:pPr>
            <a:r>
              <a:t>{{r6_c4}}</a:t>
            </a:r>
          </a:p>
        </p:txBody>
      </p:sp>
      <p:sp>
        <p:nvSpPr>
          <p:cNvPr id="89" name="Rectangle 88"/>
          <p:cNvSpPr/>
          <p:nvPr/>
        </p:nvSpPr>
        <p:spPr>
          <a:xfrm>
            <a:off x="274320" y="4572000"/>
            <a:ext cx="2103120" cy="502920"/>
          </a:xfrm>
          <a:prstGeom prst="rect">
            <a:avLst/>
          </a:prstGeom>
          <a:solidFill>
            <a:srgbClr val="CBD1D6"/>
          </a:solidFill>
          <a:ln w="6350">
            <a:solidFill>
              <a:srgbClr val="DDDD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320040" y="4572000"/>
            <a:ext cx="2057400" cy="502920"/>
          </a:xfrm>
          <a:prstGeom prst="rect">
            <a:avLst/>
          </a:prstGeom>
          <a:noFill/>
        </p:spPr>
        <p:txBody>
          <a:bodyPr wrap="square" anchor="ctr" lIns="54864" rIns="54864" tIns="27432" bIns="27432">
            <a:spAutoFit/>
          </a:bodyPr>
          <a:lstStyle/>
          <a:p>
            <a:pPr algn="l">
              <a:defRPr sz="700" b="1">
                <a:solidFill>
                  <a:srgbClr val="000000"/>
                </a:solidFill>
                <a:latin typeface="Arial"/>
              </a:defRPr>
            </a:pPr>
            <a:r>
              <a:t>{{r7_c0}}</a:t>
            </a:r>
          </a:p>
        </p:txBody>
      </p:sp>
      <p:sp>
        <p:nvSpPr>
          <p:cNvPr id="91" name="Rectangle 90"/>
          <p:cNvSpPr/>
          <p:nvPr/>
        </p:nvSpPr>
        <p:spPr>
          <a:xfrm>
            <a:off x="1920240" y="4572000"/>
            <a:ext cx="1645920" cy="502920"/>
          </a:xfrm>
          <a:prstGeom prst="rect">
            <a:avLst/>
          </a:prstGeom>
          <a:solidFill>
            <a:srgbClr val="F2F2F2"/>
          </a:solidFill>
          <a:ln w="6350">
            <a:solidFill>
              <a:srgbClr val="DDDD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TextBox 91"/>
          <p:cNvSpPr txBox="1"/>
          <p:nvPr/>
        </p:nvSpPr>
        <p:spPr>
          <a:xfrm>
            <a:off x="1965960" y="4572000"/>
            <a:ext cx="1645920" cy="502920"/>
          </a:xfrm>
          <a:prstGeom prst="rect">
            <a:avLst/>
          </a:prstGeom>
          <a:noFill/>
        </p:spPr>
        <p:txBody>
          <a:bodyPr wrap="square" anchor="ctr" lIns="54864" rIns="54864" tIns="27432" bIns="27432">
            <a:spAutoFit/>
          </a:bodyPr>
          <a:lstStyle/>
          <a:p>
            <a:pPr algn="l">
              <a:defRPr sz="700" b="0">
                <a:solidFill>
                  <a:srgbClr val="000000"/>
                </a:solidFill>
                <a:latin typeface="Arial"/>
              </a:defRPr>
            </a:pPr>
            <a:r>
              <a:t>{{r7_c1}}</a:t>
            </a:r>
          </a:p>
        </p:txBody>
      </p:sp>
      <p:sp>
        <p:nvSpPr>
          <p:cNvPr id="93" name="Rectangle 92"/>
          <p:cNvSpPr/>
          <p:nvPr/>
        </p:nvSpPr>
        <p:spPr>
          <a:xfrm>
            <a:off x="3566160" y="4572000"/>
            <a:ext cx="1645920" cy="502920"/>
          </a:xfrm>
          <a:prstGeom prst="rect">
            <a:avLst/>
          </a:prstGeom>
          <a:solidFill>
            <a:srgbClr val="F2F2F2"/>
          </a:solidFill>
          <a:ln w="6350">
            <a:solidFill>
              <a:srgbClr val="DDDD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TextBox 93"/>
          <p:cNvSpPr txBox="1"/>
          <p:nvPr/>
        </p:nvSpPr>
        <p:spPr>
          <a:xfrm>
            <a:off x="3611879" y="4572000"/>
            <a:ext cx="1645920" cy="502920"/>
          </a:xfrm>
          <a:prstGeom prst="rect">
            <a:avLst/>
          </a:prstGeom>
          <a:noFill/>
        </p:spPr>
        <p:txBody>
          <a:bodyPr wrap="square" anchor="ctr" lIns="54864" rIns="54864" tIns="27432" bIns="27432">
            <a:spAutoFit/>
          </a:bodyPr>
          <a:lstStyle/>
          <a:p>
            <a:pPr algn="l">
              <a:defRPr sz="700" b="0">
                <a:solidFill>
                  <a:srgbClr val="000000"/>
                </a:solidFill>
                <a:latin typeface="Arial"/>
              </a:defRPr>
            </a:pPr>
            <a:r>
              <a:t>{{r7_c2}}</a:t>
            </a:r>
          </a:p>
        </p:txBody>
      </p:sp>
      <p:sp>
        <p:nvSpPr>
          <p:cNvPr id="95" name="Rectangle 94"/>
          <p:cNvSpPr/>
          <p:nvPr/>
        </p:nvSpPr>
        <p:spPr>
          <a:xfrm>
            <a:off x="5212080" y="4572000"/>
            <a:ext cx="1645920" cy="502920"/>
          </a:xfrm>
          <a:prstGeom prst="rect">
            <a:avLst/>
          </a:prstGeom>
          <a:solidFill>
            <a:srgbClr val="F2F2F2"/>
          </a:solidFill>
          <a:ln w="6350">
            <a:solidFill>
              <a:srgbClr val="DDDD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TextBox 95"/>
          <p:cNvSpPr txBox="1"/>
          <p:nvPr/>
        </p:nvSpPr>
        <p:spPr>
          <a:xfrm>
            <a:off x="5257800" y="4572000"/>
            <a:ext cx="1645920" cy="502920"/>
          </a:xfrm>
          <a:prstGeom prst="rect">
            <a:avLst/>
          </a:prstGeom>
          <a:noFill/>
        </p:spPr>
        <p:txBody>
          <a:bodyPr wrap="square" anchor="ctr" lIns="54864" rIns="54864" tIns="27432" bIns="27432">
            <a:spAutoFit/>
          </a:bodyPr>
          <a:lstStyle/>
          <a:p>
            <a:pPr algn="l">
              <a:defRPr sz="700" b="0">
                <a:solidFill>
                  <a:srgbClr val="000000"/>
                </a:solidFill>
                <a:latin typeface="Arial"/>
              </a:defRPr>
            </a:pPr>
            <a:r>
              <a:t>{{r7_c3}}</a:t>
            </a:r>
          </a:p>
        </p:txBody>
      </p:sp>
      <p:sp>
        <p:nvSpPr>
          <p:cNvPr id="97" name="Rectangle 96"/>
          <p:cNvSpPr/>
          <p:nvPr/>
        </p:nvSpPr>
        <p:spPr>
          <a:xfrm>
            <a:off x="6858000" y="4572000"/>
            <a:ext cx="1645920" cy="502920"/>
          </a:xfrm>
          <a:prstGeom prst="rect">
            <a:avLst/>
          </a:prstGeom>
          <a:solidFill>
            <a:srgbClr val="F2F2F2"/>
          </a:solidFill>
          <a:ln w="6350">
            <a:solidFill>
              <a:srgbClr val="DDDD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6903720" y="4572000"/>
            <a:ext cx="1645920" cy="502920"/>
          </a:xfrm>
          <a:prstGeom prst="rect">
            <a:avLst/>
          </a:prstGeom>
          <a:noFill/>
        </p:spPr>
        <p:txBody>
          <a:bodyPr wrap="square" anchor="ctr" lIns="54864" rIns="54864" tIns="27432" bIns="27432">
            <a:spAutoFit/>
          </a:bodyPr>
          <a:lstStyle/>
          <a:p>
            <a:pPr algn="l">
              <a:defRPr sz="700" b="0">
                <a:solidFill>
                  <a:srgbClr val="000000"/>
                </a:solidFill>
                <a:latin typeface="Arial"/>
              </a:defRPr>
            </a:pPr>
            <a:r>
              <a:t>{{r7_c4}}</a:t>
            </a:r>
          </a:p>
        </p:txBody>
      </p:sp>
      <p:sp>
        <p:nvSpPr>
          <p:cNvPr id="99" name="Rectangle 98"/>
          <p:cNvSpPr/>
          <p:nvPr/>
        </p:nvSpPr>
        <p:spPr>
          <a:xfrm>
            <a:off x="274320" y="5943600"/>
            <a:ext cx="8595360" cy="45720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Rectangle 99"/>
          <p:cNvSpPr/>
          <p:nvPr/>
        </p:nvSpPr>
        <p:spPr>
          <a:xfrm>
            <a:off x="274320" y="5943600"/>
            <a:ext cx="54864" cy="457200"/>
          </a:xfrm>
          <a:prstGeom prst="rect">
            <a:avLst/>
          </a:prstGeom>
          <a:solidFill>
            <a:srgbClr val="FD51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457200" y="5989320"/>
            <a:ext cx="8229600" cy="365760"/>
          </a:xfrm>
          <a:prstGeom prst="rect">
            <a:avLst/>
          </a:prstGeom>
          <a:noFill/>
        </p:spPr>
        <p:txBody>
          <a:bodyPr wrap="square" anchor="ctr" lIns="54864" rIns="54864" tIns="27432" bIns="27432">
            <a:spAutoFit/>
          </a:bodyPr>
          <a:lstStyle/>
          <a:p>
            <a:pPr algn="l">
              <a:defRPr sz="900" b="1">
                <a:solidFill>
                  <a:srgbClr val="FFFFFF"/>
                </a:solidFill>
                <a:latin typeface="Arial"/>
              </a:defRPr>
            </a:pPr>
            <a:r>
              <a:t>{{takeaway}}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6576" cy="502920"/>
          </a:xfrm>
          <a:prstGeom prst="rect">
            <a:avLst/>
          </a:prstGeom>
          <a:solidFill>
            <a:srgbClr val="FD51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" y="73152"/>
            <a:ext cx="5943600" cy="365760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Georgia"/>
              </a:defRPr>
            </a:pPr>
            <a:r>
              <a:t>{{title}}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0" y="109728"/>
            <a:ext cx="2743200" cy="274320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r">
              <a:defRPr sz="700" b="0">
                <a:solidFill>
                  <a:srgbClr val="CBD1D6"/>
                </a:solidFill>
                <a:latin typeface="Arial"/>
              </a:defRPr>
            </a:pPr>
            <a:r>
              <a:t>{{breadcrumb}}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6537960"/>
            <a:ext cx="8595360" cy="4572"/>
          </a:xfrm>
          <a:prstGeom prst="rect">
            <a:avLst/>
          </a:prstGeom>
          <a:solidFill>
            <a:srgbClr val="DDDD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6583680"/>
            <a:ext cx="4572000" cy="182880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l">
              <a:defRPr sz="600" b="0">
                <a:solidFill>
                  <a:srgbClr val="A1A8B3"/>
                </a:solidFill>
                <a:latin typeface="Arial"/>
              </a:defRPr>
            </a:pPr>
            <a:r>
              <a:t>Strictly Private and Confidential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640080"/>
            <a:ext cx="4114800" cy="32004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658368"/>
            <a:ext cx="3931920" cy="283464"/>
          </a:xfrm>
          <a:prstGeom prst="rect">
            <a:avLst/>
          </a:prstGeom>
          <a:noFill/>
        </p:spPr>
        <p:txBody>
          <a:bodyPr wrap="square" anchor="ctr" lIns="54864" rIns="54864" tIns="27432" bIns="27432">
            <a:spAutoFit/>
          </a:bodyPr>
          <a:lstStyle/>
          <a:p>
            <a:pPr algn="l">
              <a:defRPr sz="900" b="1">
                <a:solidFill>
                  <a:srgbClr val="FFFFFF"/>
                </a:solidFill>
                <a:latin typeface="Arial"/>
              </a:defRPr>
            </a:pPr>
            <a:r>
              <a:t>{{left_header}}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" y="960120"/>
            <a:ext cx="4114800" cy="420624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411480" y="1051560"/>
            <a:ext cx="274320" cy="274320"/>
          </a:xfrm>
          <a:prstGeom prst="ellipse">
            <a:avLst/>
          </a:prstGeom>
          <a:solidFill>
            <a:srgbClr val="FD51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FFFFF"/>
                </a:solidFill>
                <a:latin typeface="Arial"/>
              </a:defRPr>
            </a:pPr>
            <a:r>
              <a:t>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1051560"/>
            <a:ext cx="3474720" cy="594360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l">
              <a:defRPr sz="800" b="0">
                <a:solidFill>
                  <a:srgbClr val="000000"/>
                </a:solidFill>
                <a:latin typeface="Arial"/>
              </a:defRPr>
            </a:pPr>
            <a:r>
              <a:t>{{left_item_0}}</a:t>
            </a:r>
          </a:p>
        </p:txBody>
      </p:sp>
      <p:sp>
        <p:nvSpPr>
          <p:cNvPr id="13" name="Oval 12"/>
          <p:cNvSpPr/>
          <p:nvPr/>
        </p:nvSpPr>
        <p:spPr>
          <a:xfrm>
            <a:off x="411480" y="1709928"/>
            <a:ext cx="274320" cy="274320"/>
          </a:xfrm>
          <a:prstGeom prst="ellipse">
            <a:avLst/>
          </a:prstGeom>
          <a:solidFill>
            <a:srgbClr val="FD51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FFFFF"/>
                </a:solidFill>
                <a:latin typeface="Arial"/>
              </a:defRPr>
            </a:pPr>
            <a: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1709928"/>
            <a:ext cx="3474720" cy="594360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l">
              <a:defRPr sz="800" b="0">
                <a:solidFill>
                  <a:srgbClr val="000000"/>
                </a:solidFill>
                <a:latin typeface="Arial"/>
              </a:defRPr>
            </a:pPr>
            <a:r>
              <a:t>{{left_item_1}}</a:t>
            </a:r>
          </a:p>
        </p:txBody>
      </p:sp>
      <p:sp>
        <p:nvSpPr>
          <p:cNvPr id="15" name="Oval 14"/>
          <p:cNvSpPr/>
          <p:nvPr/>
        </p:nvSpPr>
        <p:spPr>
          <a:xfrm>
            <a:off x="411480" y="2368296"/>
            <a:ext cx="274320" cy="274320"/>
          </a:xfrm>
          <a:prstGeom prst="ellipse">
            <a:avLst/>
          </a:prstGeom>
          <a:solidFill>
            <a:srgbClr val="FD51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FFFFF"/>
                </a:solidFill>
                <a:latin typeface="Arial"/>
              </a:defRPr>
            </a:pPr>
            <a: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2368296"/>
            <a:ext cx="3474720" cy="594360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l">
              <a:defRPr sz="800" b="0">
                <a:solidFill>
                  <a:srgbClr val="000000"/>
                </a:solidFill>
                <a:latin typeface="Arial"/>
              </a:defRPr>
            </a:pPr>
            <a:r>
              <a:t>{{left_item_2}}</a:t>
            </a:r>
          </a:p>
        </p:txBody>
      </p:sp>
      <p:sp>
        <p:nvSpPr>
          <p:cNvPr id="17" name="Oval 16"/>
          <p:cNvSpPr/>
          <p:nvPr/>
        </p:nvSpPr>
        <p:spPr>
          <a:xfrm>
            <a:off x="411480" y="3026664"/>
            <a:ext cx="274320" cy="274320"/>
          </a:xfrm>
          <a:prstGeom prst="ellipse">
            <a:avLst/>
          </a:prstGeom>
          <a:solidFill>
            <a:srgbClr val="A1A8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FFFFF"/>
                </a:solidFill>
                <a:latin typeface="Arial"/>
              </a:defRPr>
            </a:pPr>
            <a:r>
              <a:t>04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" y="3026664"/>
            <a:ext cx="3474720" cy="594360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l">
              <a:defRPr sz="800" b="0">
                <a:solidFill>
                  <a:srgbClr val="000000"/>
                </a:solidFill>
                <a:latin typeface="Arial"/>
              </a:defRPr>
            </a:pPr>
            <a:r>
              <a:t>{{left_item_3}}</a:t>
            </a:r>
          </a:p>
        </p:txBody>
      </p:sp>
      <p:sp>
        <p:nvSpPr>
          <p:cNvPr id="19" name="Oval 18"/>
          <p:cNvSpPr/>
          <p:nvPr/>
        </p:nvSpPr>
        <p:spPr>
          <a:xfrm>
            <a:off x="411480" y="3685031"/>
            <a:ext cx="274320" cy="274320"/>
          </a:xfrm>
          <a:prstGeom prst="ellipse">
            <a:avLst/>
          </a:prstGeom>
          <a:solidFill>
            <a:srgbClr val="A1A8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FFFFF"/>
                </a:solidFill>
                <a:latin typeface="Arial"/>
              </a:defRPr>
            </a:pPr>
            <a:r>
              <a:t>05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40" y="3685031"/>
            <a:ext cx="3474720" cy="594360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l">
              <a:defRPr sz="800" b="0">
                <a:solidFill>
                  <a:srgbClr val="000000"/>
                </a:solidFill>
                <a:latin typeface="Arial"/>
              </a:defRPr>
            </a:pPr>
            <a:r>
              <a:t>{{left_item_4}}</a:t>
            </a:r>
          </a:p>
        </p:txBody>
      </p:sp>
      <p:sp>
        <p:nvSpPr>
          <p:cNvPr id="21" name="Oval 20"/>
          <p:cNvSpPr/>
          <p:nvPr/>
        </p:nvSpPr>
        <p:spPr>
          <a:xfrm>
            <a:off x="411480" y="4343400"/>
            <a:ext cx="274320" cy="274320"/>
          </a:xfrm>
          <a:prstGeom prst="ellipse">
            <a:avLst/>
          </a:prstGeom>
          <a:solidFill>
            <a:srgbClr val="A1A8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FFFFF"/>
                </a:solidFill>
                <a:latin typeface="Arial"/>
              </a:defRPr>
            </a:pPr>
            <a:r>
              <a:t>06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7240" y="4343400"/>
            <a:ext cx="3474720" cy="594360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l">
              <a:defRPr sz="800" b="0">
                <a:solidFill>
                  <a:srgbClr val="000000"/>
                </a:solidFill>
                <a:latin typeface="Arial"/>
              </a:defRPr>
            </a:pPr>
            <a:r>
              <a:t>{{left_item_5}}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754880" y="640080"/>
            <a:ext cx="4114800" cy="320040"/>
          </a:xfrm>
          <a:prstGeom prst="rect">
            <a:avLst/>
          </a:prstGeom>
          <a:solidFill>
            <a:srgbClr val="FD51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846320" y="658368"/>
            <a:ext cx="3931920" cy="283464"/>
          </a:xfrm>
          <a:prstGeom prst="rect">
            <a:avLst/>
          </a:prstGeom>
          <a:noFill/>
        </p:spPr>
        <p:txBody>
          <a:bodyPr wrap="square" anchor="ctr" lIns="54864" rIns="54864" tIns="27432" bIns="27432">
            <a:spAutoFit/>
          </a:bodyPr>
          <a:lstStyle/>
          <a:p>
            <a:pPr algn="l">
              <a:defRPr sz="900" b="1">
                <a:solidFill>
                  <a:srgbClr val="FFFFFF"/>
                </a:solidFill>
                <a:latin typeface="Arial"/>
              </a:defRPr>
            </a:pPr>
            <a:r>
              <a:t>{{right_header}}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754880" y="960120"/>
            <a:ext cx="4114800" cy="4206240"/>
          </a:xfrm>
          <a:prstGeom prst="rect">
            <a:avLst/>
          </a:prstGeom>
          <a:solidFill>
            <a:srgbClr val="F2F2F2"/>
          </a:solidFill>
          <a:ln w="6350">
            <a:solidFill>
              <a:srgbClr val="DDDD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937760" y="1097280"/>
            <a:ext cx="3749039" cy="3931920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l">
              <a:defRPr sz="800" b="0">
                <a:solidFill>
                  <a:srgbClr val="000000"/>
                </a:solidFill>
                <a:latin typeface="Arial"/>
              </a:defRPr>
            </a:pPr>
            <a:r>
              <a:t>{{right_content}}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74320" y="5943600"/>
            <a:ext cx="8595360" cy="45720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274320" y="5943600"/>
            <a:ext cx="54864" cy="457200"/>
          </a:xfrm>
          <a:prstGeom prst="rect">
            <a:avLst/>
          </a:prstGeom>
          <a:solidFill>
            <a:srgbClr val="FD51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57200" y="5989320"/>
            <a:ext cx="8229600" cy="365760"/>
          </a:xfrm>
          <a:prstGeom prst="rect">
            <a:avLst/>
          </a:prstGeom>
          <a:noFill/>
        </p:spPr>
        <p:txBody>
          <a:bodyPr wrap="square" anchor="ctr" lIns="54864" rIns="54864" tIns="27432" bIns="27432">
            <a:spAutoFit/>
          </a:bodyPr>
          <a:lstStyle/>
          <a:p>
            <a:pPr algn="l">
              <a:defRPr sz="900" b="1">
                <a:solidFill>
                  <a:srgbClr val="FFFFFF"/>
                </a:solidFill>
                <a:latin typeface="Arial"/>
              </a:defRPr>
            </a:pPr>
            <a:r>
              <a:t>{{takeaway}}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6576" cy="502920"/>
          </a:xfrm>
          <a:prstGeom prst="rect">
            <a:avLst/>
          </a:prstGeom>
          <a:solidFill>
            <a:srgbClr val="FD51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" y="73152"/>
            <a:ext cx="5943600" cy="365760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Georgia"/>
              </a:defRPr>
            </a:pPr>
            <a:r>
              <a:t>{{title}}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0" y="109728"/>
            <a:ext cx="2743200" cy="274320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r">
              <a:defRPr sz="700" b="0">
                <a:solidFill>
                  <a:srgbClr val="CBD1D6"/>
                </a:solidFill>
                <a:latin typeface="Arial"/>
              </a:defRPr>
            </a:pPr>
            <a:r>
              <a:t>{{breadcrumb}}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6537960"/>
            <a:ext cx="8595360" cy="4572"/>
          </a:xfrm>
          <a:prstGeom prst="rect">
            <a:avLst/>
          </a:prstGeom>
          <a:solidFill>
            <a:srgbClr val="DDDD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6583680"/>
            <a:ext cx="4572000" cy="182880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l">
              <a:defRPr sz="600" b="0">
                <a:solidFill>
                  <a:srgbClr val="A1A8B3"/>
                </a:solidFill>
                <a:latin typeface="Arial"/>
              </a:defRPr>
            </a:pPr>
            <a:r>
              <a:t>Strictly Private and Confidential</a:t>
            </a:r>
          </a:p>
        </p:txBody>
      </p:sp>
      <p:sp>
        <p:nvSpPr>
          <p:cNvPr id="8" name="Rectangle 7"/>
          <p:cNvSpPr/>
          <p:nvPr/>
        </p:nvSpPr>
        <p:spPr>
          <a:xfrm>
            <a:off x="2560320" y="685800"/>
            <a:ext cx="1371600" cy="36576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560320" y="685800"/>
            <a:ext cx="1371600" cy="365760"/>
          </a:xfrm>
          <a:prstGeom prst="rect">
            <a:avLst/>
          </a:prstGeom>
          <a:noFill/>
        </p:spPr>
        <p:txBody>
          <a:bodyPr wrap="square" anchor="ctr" lIns="54864" rIns="54864" tIns="27432" bIns="27432">
            <a:spAutoFit/>
          </a:bodyPr>
          <a:lstStyle/>
          <a:p>
            <a:pPr algn="ctr">
              <a:defRPr sz="800" b="1">
                <a:solidFill>
                  <a:srgbClr val="FFFFFF"/>
                </a:solidFill>
                <a:latin typeface="Arial"/>
              </a:defRPr>
            </a:pPr>
            <a:r>
              <a:t>{{role_0}}</a:t>
            </a:r>
          </a:p>
        </p:txBody>
      </p:sp>
      <p:sp>
        <p:nvSpPr>
          <p:cNvPr id="10" name="Rectangle 9"/>
          <p:cNvSpPr/>
          <p:nvPr/>
        </p:nvSpPr>
        <p:spPr>
          <a:xfrm>
            <a:off x="3931920" y="685800"/>
            <a:ext cx="1371600" cy="36576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931920" y="685800"/>
            <a:ext cx="1371600" cy="365760"/>
          </a:xfrm>
          <a:prstGeom prst="rect">
            <a:avLst/>
          </a:prstGeom>
          <a:noFill/>
        </p:spPr>
        <p:txBody>
          <a:bodyPr wrap="square" anchor="ctr" lIns="54864" rIns="54864" tIns="27432" bIns="27432">
            <a:spAutoFit/>
          </a:bodyPr>
          <a:lstStyle/>
          <a:p>
            <a:pPr algn="ctr">
              <a:defRPr sz="800" b="1">
                <a:solidFill>
                  <a:srgbClr val="FFFFFF"/>
                </a:solidFill>
                <a:latin typeface="Arial"/>
              </a:defRPr>
            </a:pPr>
            <a:r>
              <a:t>{{role_1}}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303520" y="685800"/>
            <a:ext cx="1371600" cy="36576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303520" y="685800"/>
            <a:ext cx="1371600" cy="365760"/>
          </a:xfrm>
          <a:prstGeom prst="rect">
            <a:avLst/>
          </a:prstGeom>
          <a:noFill/>
        </p:spPr>
        <p:txBody>
          <a:bodyPr wrap="square" anchor="ctr" lIns="54864" rIns="54864" tIns="27432" bIns="27432">
            <a:spAutoFit/>
          </a:bodyPr>
          <a:lstStyle/>
          <a:p>
            <a:pPr algn="ctr">
              <a:defRPr sz="800" b="1">
                <a:solidFill>
                  <a:srgbClr val="FFFFFF"/>
                </a:solidFill>
                <a:latin typeface="Arial"/>
              </a:defRPr>
            </a:pPr>
            <a:r>
              <a:t>{{role_2}}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675120" y="685800"/>
            <a:ext cx="1371600" cy="36576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675120" y="685800"/>
            <a:ext cx="1371600" cy="365760"/>
          </a:xfrm>
          <a:prstGeom prst="rect">
            <a:avLst/>
          </a:prstGeom>
          <a:noFill/>
        </p:spPr>
        <p:txBody>
          <a:bodyPr wrap="square" anchor="ctr" lIns="54864" rIns="54864" tIns="27432" bIns="27432">
            <a:spAutoFit/>
          </a:bodyPr>
          <a:lstStyle/>
          <a:p>
            <a:pPr algn="ctr">
              <a:defRPr sz="800" b="1">
                <a:solidFill>
                  <a:srgbClr val="FFFFFF"/>
                </a:solidFill>
                <a:latin typeface="Arial"/>
              </a:defRPr>
            </a:pPr>
            <a:r>
              <a:t>{{role_3}}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046720" y="685800"/>
            <a:ext cx="1371600" cy="36576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0" y="685800"/>
            <a:ext cx="1371600" cy="365760"/>
          </a:xfrm>
          <a:prstGeom prst="rect">
            <a:avLst/>
          </a:prstGeom>
          <a:noFill/>
        </p:spPr>
        <p:txBody>
          <a:bodyPr wrap="square" anchor="ctr" lIns="54864" rIns="54864" tIns="27432" bIns="27432">
            <a:spAutoFit/>
          </a:bodyPr>
          <a:lstStyle/>
          <a:p>
            <a:pPr algn="ctr">
              <a:defRPr sz="800" b="1">
                <a:solidFill>
                  <a:srgbClr val="FFFFFF"/>
                </a:solidFill>
                <a:latin typeface="Arial"/>
              </a:defRPr>
            </a:pPr>
            <a:r>
              <a:t>{{role_4}}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4320" y="685800"/>
            <a:ext cx="2286000" cy="36576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20040" y="685800"/>
            <a:ext cx="2194560" cy="365760"/>
          </a:xfrm>
          <a:prstGeom prst="rect">
            <a:avLst/>
          </a:prstGeom>
          <a:noFill/>
        </p:spPr>
        <p:txBody>
          <a:bodyPr wrap="square" anchor="ctr" lIns="54864" rIns="54864" tIns="27432" bIns="27432">
            <a:spAutoFit/>
          </a:bodyPr>
          <a:lstStyle/>
          <a:p>
            <a:pPr algn="l">
              <a:defRPr sz="800" b="1">
                <a:solidFill>
                  <a:srgbClr val="FFFFFF"/>
                </a:solidFill>
                <a:latin typeface="Arial"/>
              </a:defRPr>
            </a:pPr>
            <a:r>
              <a:t>Activity / Task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74320" y="1051560"/>
            <a:ext cx="2286000" cy="64008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20040" y="1051560"/>
            <a:ext cx="2194560" cy="640080"/>
          </a:xfrm>
          <a:prstGeom prst="rect">
            <a:avLst/>
          </a:prstGeom>
          <a:noFill/>
        </p:spPr>
        <p:txBody>
          <a:bodyPr wrap="square" anchor="ctr" lIns="54864" rIns="54864" tIns="27432" bIns="27432">
            <a:spAutoFit/>
          </a:bodyPr>
          <a:lstStyle/>
          <a:p>
            <a:pPr algn="l">
              <a:defRPr sz="800" b="1">
                <a:solidFill>
                  <a:srgbClr val="000000"/>
                </a:solidFill>
                <a:latin typeface="Arial"/>
              </a:defRPr>
            </a:pPr>
            <a:r>
              <a:t>{{task_0}}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560320" y="1051560"/>
            <a:ext cx="1371600" cy="64008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560320" y="1051560"/>
            <a:ext cx="1371600" cy="640080"/>
          </a:xfrm>
          <a:prstGeom prst="rect">
            <a:avLst/>
          </a:prstGeom>
          <a:noFill/>
        </p:spPr>
        <p:txBody>
          <a:bodyPr wrap="square" anchor="ctr" lIns="54864" rIns="54864" tIns="27432" bIns="27432">
            <a:spAutoFit/>
          </a:bodyPr>
          <a:lstStyle/>
          <a:p>
            <a:pPr algn="ctr">
              <a:defRPr sz="1200" b="1">
                <a:solidFill>
                  <a:srgbClr val="FD5108"/>
                </a:solidFill>
                <a:latin typeface="Arial"/>
              </a:defRPr>
            </a:pPr>
            <a:r>
              <a:t>{{raci_0_0}}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931920" y="1051560"/>
            <a:ext cx="1371600" cy="64008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931920" y="1051560"/>
            <a:ext cx="1371600" cy="640080"/>
          </a:xfrm>
          <a:prstGeom prst="rect">
            <a:avLst/>
          </a:prstGeom>
          <a:noFill/>
        </p:spPr>
        <p:txBody>
          <a:bodyPr wrap="square" anchor="ctr" lIns="54864" rIns="54864" tIns="27432" bIns="27432">
            <a:spAutoFit/>
          </a:bodyPr>
          <a:lstStyle/>
          <a:p>
            <a:pPr algn="ctr">
              <a:defRPr sz="1200" b="1">
                <a:solidFill>
                  <a:srgbClr val="FD5108"/>
                </a:solidFill>
                <a:latin typeface="Arial"/>
              </a:defRPr>
            </a:pPr>
            <a:r>
              <a:t>{{raci_0_1}}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303520" y="1051560"/>
            <a:ext cx="1371600" cy="64008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303520" y="1051560"/>
            <a:ext cx="1371600" cy="640080"/>
          </a:xfrm>
          <a:prstGeom prst="rect">
            <a:avLst/>
          </a:prstGeom>
          <a:noFill/>
        </p:spPr>
        <p:txBody>
          <a:bodyPr wrap="square" anchor="ctr" lIns="54864" rIns="54864" tIns="27432" bIns="27432">
            <a:spAutoFit/>
          </a:bodyPr>
          <a:lstStyle/>
          <a:p>
            <a:pPr algn="ctr">
              <a:defRPr sz="1200" b="1">
                <a:solidFill>
                  <a:srgbClr val="FD5108"/>
                </a:solidFill>
                <a:latin typeface="Arial"/>
              </a:defRPr>
            </a:pPr>
            <a:r>
              <a:t>{{raci_0_2}}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675120" y="1051560"/>
            <a:ext cx="1371600" cy="64008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675120" y="1051560"/>
            <a:ext cx="1371600" cy="640080"/>
          </a:xfrm>
          <a:prstGeom prst="rect">
            <a:avLst/>
          </a:prstGeom>
          <a:noFill/>
        </p:spPr>
        <p:txBody>
          <a:bodyPr wrap="square" anchor="ctr" lIns="54864" rIns="54864" tIns="27432" bIns="27432">
            <a:spAutoFit/>
          </a:bodyPr>
          <a:lstStyle/>
          <a:p>
            <a:pPr algn="ctr">
              <a:defRPr sz="1200" b="1">
                <a:solidFill>
                  <a:srgbClr val="FD5108"/>
                </a:solidFill>
                <a:latin typeface="Arial"/>
              </a:defRPr>
            </a:pPr>
            <a:r>
              <a:t>{{raci_0_3}}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046720" y="1051560"/>
            <a:ext cx="1371600" cy="64008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046720" y="1051560"/>
            <a:ext cx="1371600" cy="640080"/>
          </a:xfrm>
          <a:prstGeom prst="rect">
            <a:avLst/>
          </a:prstGeom>
          <a:noFill/>
        </p:spPr>
        <p:txBody>
          <a:bodyPr wrap="square" anchor="ctr" lIns="54864" rIns="54864" tIns="27432" bIns="27432">
            <a:spAutoFit/>
          </a:bodyPr>
          <a:lstStyle/>
          <a:p>
            <a:pPr algn="ctr">
              <a:defRPr sz="1200" b="1">
                <a:solidFill>
                  <a:srgbClr val="FD5108"/>
                </a:solidFill>
                <a:latin typeface="Arial"/>
              </a:defRPr>
            </a:pPr>
            <a:r>
              <a:t>{{raci_0_4}}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74320" y="1691639"/>
            <a:ext cx="2286000" cy="640080"/>
          </a:xfrm>
          <a:prstGeom prst="rect">
            <a:avLst/>
          </a:prstGeom>
          <a:solidFill>
            <a:srgbClr val="F2F2F2"/>
          </a:solidFill>
          <a:ln w="6350">
            <a:solidFill>
              <a:srgbClr val="DDDD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20040" y="1691639"/>
            <a:ext cx="2194560" cy="640080"/>
          </a:xfrm>
          <a:prstGeom prst="rect">
            <a:avLst/>
          </a:prstGeom>
          <a:noFill/>
        </p:spPr>
        <p:txBody>
          <a:bodyPr wrap="square" anchor="ctr" lIns="54864" rIns="54864" tIns="27432" bIns="27432">
            <a:spAutoFit/>
          </a:bodyPr>
          <a:lstStyle/>
          <a:p>
            <a:pPr algn="l">
              <a:defRPr sz="800" b="1">
                <a:solidFill>
                  <a:srgbClr val="000000"/>
                </a:solidFill>
                <a:latin typeface="Arial"/>
              </a:defRPr>
            </a:pPr>
            <a:r>
              <a:t>{{task_1}}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560320" y="1691639"/>
            <a:ext cx="1371600" cy="640080"/>
          </a:xfrm>
          <a:prstGeom prst="rect">
            <a:avLst/>
          </a:prstGeom>
          <a:solidFill>
            <a:srgbClr val="F2F2F2"/>
          </a:solidFill>
          <a:ln w="6350">
            <a:solidFill>
              <a:srgbClr val="DDDD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2560320" y="1691639"/>
            <a:ext cx="1371600" cy="640080"/>
          </a:xfrm>
          <a:prstGeom prst="rect">
            <a:avLst/>
          </a:prstGeom>
          <a:noFill/>
        </p:spPr>
        <p:txBody>
          <a:bodyPr wrap="square" anchor="ctr" lIns="54864" rIns="54864" tIns="27432" bIns="27432">
            <a:spAutoFit/>
          </a:bodyPr>
          <a:lstStyle/>
          <a:p>
            <a:pPr algn="ctr">
              <a:defRPr sz="1200" b="1">
                <a:solidFill>
                  <a:srgbClr val="FD5108"/>
                </a:solidFill>
                <a:latin typeface="Arial"/>
              </a:defRPr>
            </a:pPr>
            <a:r>
              <a:t>{{raci_1_0}}</a:t>
            </a:r>
          </a:p>
        </p:txBody>
      </p:sp>
      <p:sp>
        <p:nvSpPr>
          <p:cNvPr id="36" name="Rectangle 35"/>
          <p:cNvSpPr/>
          <p:nvPr/>
        </p:nvSpPr>
        <p:spPr>
          <a:xfrm>
            <a:off x="3931920" y="1691639"/>
            <a:ext cx="1371600" cy="640080"/>
          </a:xfrm>
          <a:prstGeom prst="rect">
            <a:avLst/>
          </a:prstGeom>
          <a:solidFill>
            <a:srgbClr val="F2F2F2"/>
          </a:solidFill>
          <a:ln w="6350">
            <a:solidFill>
              <a:srgbClr val="DDDD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931920" y="1691639"/>
            <a:ext cx="1371600" cy="640080"/>
          </a:xfrm>
          <a:prstGeom prst="rect">
            <a:avLst/>
          </a:prstGeom>
          <a:noFill/>
        </p:spPr>
        <p:txBody>
          <a:bodyPr wrap="square" anchor="ctr" lIns="54864" rIns="54864" tIns="27432" bIns="27432">
            <a:spAutoFit/>
          </a:bodyPr>
          <a:lstStyle/>
          <a:p>
            <a:pPr algn="ctr">
              <a:defRPr sz="1200" b="1">
                <a:solidFill>
                  <a:srgbClr val="FD5108"/>
                </a:solidFill>
                <a:latin typeface="Arial"/>
              </a:defRPr>
            </a:pPr>
            <a:r>
              <a:t>{{raci_1_1}}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303520" y="1691639"/>
            <a:ext cx="1371600" cy="640080"/>
          </a:xfrm>
          <a:prstGeom prst="rect">
            <a:avLst/>
          </a:prstGeom>
          <a:solidFill>
            <a:srgbClr val="F2F2F2"/>
          </a:solidFill>
          <a:ln w="6350">
            <a:solidFill>
              <a:srgbClr val="DDDD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303520" y="1691639"/>
            <a:ext cx="1371600" cy="640080"/>
          </a:xfrm>
          <a:prstGeom prst="rect">
            <a:avLst/>
          </a:prstGeom>
          <a:noFill/>
        </p:spPr>
        <p:txBody>
          <a:bodyPr wrap="square" anchor="ctr" lIns="54864" rIns="54864" tIns="27432" bIns="27432">
            <a:spAutoFit/>
          </a:bodyPr>
          <a:lstStyle/>
          <a:p>
            <a:pPr algn="ctr">
              <a:defRPr sz="1200" b="1">
                <a:solidFill>
                  <a:srgbClr val="FD5108"/>
                </a:solidFill>
                <a:latin typeface="Arial"/>
              </a:defRPr>
            </a:pPr>
            <a:r>
              <a:t>{{raci_1_2}}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675120" y="1691639"/>
            <a:ext cx="1371600" cy="640080"/>
          </a:xfrm>
          <a:prstGeom prst="rect">
            <a:avLst/>
          </a:prstGeom>
          <a:solidFill>
            <a:srgbClr val="F2F2F2"/>
          </a:solidFill>
          <a:ln w="6350">
            <a:solidFill>
              <a:srgbClr val="DDDD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675120" y="1691639"/>
            <a:ext cx="1371600" cy="640080"/>
          </a:xfrm>
          <a:prstGeom prst="rect">
            <a:avLst/>
          </a:prstGeom>
          <a:noFill/>
        </p:spPr>
        <p:txBody>
          <a:bodyPr wrap="square" anchor="ctr" lIns="54864" rIns="54864" tIns="27432" bIns="27432">
            <a:spAutoFit/>
          </a:bodyPr>
          <a:lstStyle/>
          <a:p>
            <a:pPr algn="ctr">
              <a:defRPr sz="1200" b="1">
                <a:solidFill>
                  <a:srgbClr val="FD5108"/>
                </a:solidFill>
                <a:latin typeface="Arial"/>
              </a:defRPr>
            </a:pPr>
            <a:r>
              <a:t>{{raci_1_3}}</a:t>
            </a:r>
          </a:p>
        </p:txBody>
      </p:sp>
      <p:sp>
        <p:nvSpPr>
          <p:cNvPr id="42" name="Rectangle 41"/>
          <p:cNvSpPr/>
          <p:nvPr/>
        </p:nvSpPr>
        <p:spPr>
          <a:xfrm>
            <a:off x="8046720" y="1691639"/>
            <a:ext cx="1371600" cy="640080"/>
          </a:xfrm>
          <a:prstGeom prst="rect">
            <a:avLst/>
          </a:prstGeom>
          <a:solidFill>
            <a:srgbClr val="F2F2F2"/>
          </a:solidFill>
          <a:ln w="6350">
            <a:solidFill>
              <a:srgbClr val="DDDD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046720" y="1691639"/>
            <a:ext cx="1371600" cy="640080"/>
          </a:xfrm>
          <a:prstGeom prst="rect">
            <a:avLst/>
          </a:prstGeom>
          <a:noFill/>
        </p:spPr>
        <p:txBody>
          <a:bodyPr wrap="square" anchor="ctr" lIns="54864" rIns="54864" tIns="27432" bIns="27432">
            <a:spAutoFit/>
          </a:bodyPr>
          <a:lstStyle/>
          <a:p>
            <a:pPr algn="ctr">
              <a:defRPr sz="1200" b="1">
                <a:solidFill>
                  <a:srgbClr val="FD5108"/>
                </a:solidFill>
                <a:latin typeface="Arial"/>
              </a:defRPr>
            </a:pPr>
            <a:r>
              <a:t>{{raci_1_4}}</a:t>
            </a:r>
          </a:p>
        </p:txBody>
      </p:sp>
      <p:sp>
        <p:nvSpPr>
          <p:cNvPr id="44" name="Rectangle 43"/>
          <p:cNvSpPr/>
          <p:nvPr/>
        </p:nvSpPr>
        <p:spPr>
          <a:xfrm>
            <a:off x="274320" y="2331720"/>
            <a:ext cx="2286000" cy="64008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320040" y="2331720"/>
            <a:ext cx="2194560" cy="640080"/>
          </a:xfrm>
          <a:prstGeom prst="rect">
            <a:avLst/>
          </a:prstGeom>
          <a:noFill/>
        </p:spPr>
        <p:txBody>
          <a:bodyPr wrap="square" anchor="ctr" lIns="54864" rIns="54864" tIns="27432" bIns="27432">
            <a:spAutoFit/>
          </a:bodyPr>
          <a:lstStyle/>
          <a:p>
            <a:pPr algn="l">
              <a:defRPr sz="800" b="1">
                <a:solidFill>
                  <a:srgbClr val="000000"/>
                </a:solidFill>
                <a:latin typeface="Arial"/>
              </a:defRPr>
            </a:pPr>
            <a:r>
              <a:t>{{task_2}}</a:t>
            </a:r>
          </a:p>
        </p:txBody>
      </p:sp>
      <p:sp>
        <p:nvSpPr>
          <p:cNvPr id="46" name="Rectangle 45"/>
          <p:cNvSpPr/>
          <p:nvPr/>
        </p:nvSpPr>
        <p:spPr>
          <a:xfrm>
            <a:off x="2560320" y="2331720"/>
            <a:ext cx="1371600" cy="64008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2560320" y="2331720"/>
            <a:ext cx="1371600" cy="640080"/>
          </a:xfrm>
          <a:prstGeom prst="rect">
            <a:avLst/>
          </a:prstGeom>
          <a:noFill/>
        </p:spPr>
        <p:txBody>
          <a:bodyPr wrap="square" anchor="ctr" lIns="54864" rIns="54864" tIns="27432" bIns="27432">
            <a:spAutoFit/>
          </a:bodyPr>
          <a:lstStyle/>
          <a:p>
            <a:pPr algn="ctr">
              <a:defRPr sz="1200" b="1">
                <a:solidFill>
                  <a:srgbClr val="FD5108"/>
                </a:solidFill>
                <a:latin typeface="Arial"/>
              </a:defRPr>
            </a:pPr>
            <a:r>
              <a:t>{{raci_2_0}}</a:t>
            </a:r>
          </a:p>
        </p:txBody>
      </p:sp>
      <p:sp>
        <p:nvSpPr>
          <p:cNvPr id="48" name="Rectangle 47"/>
          <p:cNvSpPr/>
          <p:nvPr/>
        </p:nvSpPr>
        <p:spPr>
          <a:xfrm>
            <a:off x="3931920" y="2331720"/>
            <a:ext cx="1371600" cy="64008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3931920" y="2331720"/>
            <a:ext cx="1371600" cy="640080"/>
          </a:xfrm>
          <a:prstGeom prst="rect">
            <a:avLst/>
          </a:prstGeom>
          <a:noFill/>
        </p:spPr>
        <p:txBody>
          <a:bodyPr wrap="square" anchor="ctr" lIns="54864" rIns="54864" tIns="27432" bIns="27432">
            <a:spAutoFit/>
          </a:bodyPr>
          <a:lstStyle/>
          <a:p>
            <a:pPr algn="ctr">
              <a:defRPr sz="1200" b="1">
                <a:solidFill>
                  <a:srgbClr val="FD5108"/>
                </a:solidFill>
                <a:latin typeface="Arial"/>
              </a:defRPr>
            </a:pPr>
            <a:r>
              <a:t>{{raci_2_1}}</a:t>
            </a:r>
          </a:p>
        </p:txBody>
      </p:sp>
      <p:sp>
        <p:nvSpPr>
          <p:cNvPr id="50" name="Rectangle 49"/>
          <p:cNvSpPr/>
          <p:nvPr/>
        </p:nvSpPr>
        <p:spPr>
          <a:xfrm>
            <a:off x="5303520" y="2331720"/>
            <a:ext cx="1371600" cy="64008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5303520" y="2331720"/>
            <a:ext cx="1371600" cy="640080"/>
          </a:xfrm>
          <a:prstGeom prst="rect">
            <a:avLst/>
          </a:prstGeom>
          <a:noFill/>
        </p:spPr>
        <p:txBody>
          <a:bodyPr wrap="square" anchor="ctr" lIns="54864" rIns="54864" tIns="27432" bIns="27432">
            <a:spAutoFit/>
          </a:bodyPr>
          <a:lstStyle/>
          <a:p>
            <a:pPr algn="ctr">
              <a:defRPr sz="1200" b="1">
                <a:solidFill>
                  <a:srgbClr val="FD5108"/>
                </a:solidFill>
                <a:latin typeface="Arial"/>
              </a:defRPr>
            </a:pPr>
            <a:r>
              <a:t>{{raci_2_2}}</a:t>
            </a:r>
          </a:p>
        </p:txBody>
      </p:sp>
      <p:sp>
        <p:nvSpPr>
          <p:cNvPr id="52" name="Rectangle 51"/>
          <p:cNvSpPr/>
          <p:nvPr/>
        </p:nvSpPr>
        <p:spPr>
          <a:xfrm>
            <a:off x="6675120" y="2331720"/>
            <a:ext cx="1371600" cy="64008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6675120" y="2331720"/>
            <a:ext cx="1371600" cy="640080"/>
          </a:xfrm>
          <a:prstGeom prst="rect">
            <a:avLst/>
          </a:prstGeom>
          <a:noFill/>
        </p:spPr>
        <p:txBody>
          <a:bodyPr wrap="square" anchor="ctr" lIns="54864" rIns="54864" tIns="27432" bIns="27432">
            <a:spAutoFit/>
          </a:bodyPr>
          <a:lstStyle/>
          <a:p>
            <a:pPr algn="ctr">
              <a:defRPr sz="1200" b="1">
                <a:solidFill>
                  <a:srgbClr val="FD5108"/>
                </a:solidFill>
                <a:latin typeface="Arial"/>
              </a:defRPr>
            </a:pPr>
            <a:r>
              <a:t>{{raci_2_3}}</a:t>
            </a:r>
          </a:p>
        </p:txBody>
      </p:sp>
      <p:sp>
        <p:nvSpPr>
          <p:cNvPr id="54" name="Rectangle 53"/>
          <p:cNvSpPr/>
          <p:nvPr/>
        </p:nvSpPr>
        <p:spPr>
          <a:xfrm>
            <a:off x="8046720" y="2331720"/>
            <a:ext cx="1371600" cy="64008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8046720" y="2331720"/>
            <a:ext cx="1371600" cy="640080"/>
          </a:xfrm>
          <a:prstGeom prst="rect">
            <a:avLst/>
          </a:prstGeom>
          <a:noFill/>
        </p:spPr>
        <p:txBody>
          <a:bodyPr wrap="square" anchor="ctr" lIns="54864" rIns="54864" tIns="27432" bIns="27432">
            <a:spAutoFit/>
          </a:bodyPr>
          <a:lstStyle/>
          <a:p>
            <a:pPr algn="ctr">
              <a:defRPr sz="1200" b="1">
                <a:solidFill>
                  <a:srgbClr val="FD5108"/>
                </a:solidFill>
                <a:latin typeface="Arial"/>
              </a:defRPr>
            </a:pPr>
            <a:r>
              <a:t>{{raci_2_4}}</a:t>
            </a:r>
          </a:p>
        </p:txBody>
      </p:sp>
      <p:sp>
        <p:nvSpPr>
          <p:cNvPr id="56" name="Rectangle 55"/>
          <p:cNvSpPr/>
          <p:nvPr/>
        </p:nvSpPr>
        <p:spPr>
          <a:xfrm>
            <a:off x="274320" y="2971799"/>
            <a:ext cx="2286000" cy="640080"/>
          </a:xfrm>
          <a:prstGeom prst="rect">
            <a:avLst/>
          </a:prstGeom>
          <a:solidFill>
            <a:srgbClr val="F2F2F2"/>
          </a:solidFill>
          <a:ln w="6350">
            <a:solidFill>
              <a:srgbClr val="DDDD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320040" y="2971799"/>
            <a:ext cx="2194560" cy="640080"/>
          </a:xfrm>
          <a:prstGeom prst="rect">
            <a:avLst/>
          </a:prstGeom>
          <a:noFill/>
        </p:spPr>
        <p:txBody>
          <a:bodyPr wrap="square" anchor="ctr" lIns="54864" rIns="54864" tIns="27432" bIns="27432">
            <a:spAutoFit/>
          </a:bodyPr>
          <a:lstStyle/>
          <a:p>
            <a:pPr algn="l">
              <a:defRPr sz="800" b="1">
                <a:solidFill>
                  <a:srgbClr val="000000"/>
                </a:solidFill>
                <a:latin typeface="Arial"/>
              </a:defRPr>
            </a:pPr>
            <a:r>
              <a:t>{{task_3}}</a:t>
            </a:r>
          </a:p>
        </p:txBody>
      </p:sp>
      <p:sp>
        <p:nvSpPr>
          <p:cNvPr id="58" name="Rectangle 57"/>
          <p:cNvSpPr/>
          <p:nvPr/>
        </p:nvSpPr>
        <p:spPr>
          <a:xfrm>
            <a:off x="2560320" y="2971799"/>
            <a:ext cx="1371600" cy="640080"/>
          </a:xfrm>
          <a:prstGeom prst="rect">
            <a:avLst/>
          </a:prstGeom>
          <a:solidFill>
            <a:srgbClr val="F2F2F2"/>
          </a:solidFill>
          <a:ln w="6350">
            <a:solidFill>
              <a:srgbClr val="DDDD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2560320" y="2971799"/>
            <a:ext cx="1371600" cy="640080"/>
          </a:xfrm>
          <a:prstGeom prst="rect">
            <a:avLst/>
          </a:prstGeom>
          <a:noFill/>
        </p:spPr>
        <p:txBody>
          <a:bodyPr wrap="square" anchor="ctr" lIns="54864" rIns="54864" tIns="27432" bIns="27432">
            <a:spAutoFit/>
          </a:bodyPr>
          <a:lstStyle/>
          <a:p>
            <a:pPr algn="ctr">
              <a:defRPr sz="1200" b="1">
                <a:solidFill>
                  <a:srgbClr val="FD5108"/>
                </a:solidFill>
                <a:latin typeface="Arial"/>
              </a:defRPr>
            </a:pPr>
            <a:r>
              <a:t>{{raci_3_0}}</a:t>
            </a:r>
          </a:p>
        </p:txBody>
      </p:sp>
      <p:sp>
        <p:nvSpPr>
          <p:cNvPr id="60" name="Rectangle 59"/>
          <p:cNvSpPr/>
          <p:nvPr/>
        </p:nvSpPr>
        <p:spPr>
          <a:xfrm>
            <a:off x="3931920" y="2971799"/>
            <a:ext cx="1371600" cy="640080"/>
          </a:xfrm>
          <a:prstGeom prst="rect">
            <a:avLst/>
          </a:prstGeom>
          <a:solidFill>
            <a:srgbClr val="F2F2F2"/>
          </a:solidFill>
          <a:ln w="6350">
            <a:solidFill>
              <a:srgbClr val="DDDD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3931920" y="2971799"/>
            <a:ext cx="1371600" cy="640080"/>
          </a:xfrm>
          <a:prstGeom prst="rect">
            <a:avLst/>
          </a:prstGeom>
          <a:noFill/>
        </p:spPr>
        <p:txBody>
          <a:bodyPr wrap="square" anchor="ctr" lIns="54864" rIns="54864" tIns="27432" bIns="27432">
            <a:spAutoFit/>
          </a:bodyPr>
          <a:lstStyle/>
          <a:p>
            <a:pPr algn="ctr">
              <a:defRPr sz="1200" b="1">
                <a:solidFill>
                  <a:srgbClr val="FD5108"/>
                </a:solidFill>
                <a:latin typeface="Arial"/>
              </a:defRPr>
            </a:pPr>
            <a:r>
              <a:t>{{raci_3_1}}</a:t>
            </a:r>
          </a:p>
        </p:txBody>
      </p:sp>
      <p:sp>
        <p:nvSpPr>
          <p:cNvPr id="62" name="Rectangle 61"/>
          <p:cNvSpPr/>
          <p:nvPr/>
        </p:nvSpPr>
        <p:spPr>
          <a:xfrm>
            <a:off x="5303520" y="2971799"/>
            <a:ext cx="1371600" cy="640080"/>
          </a:xfrm>
          <a:prstGeom prst="rect">
            <a:avLst/>
          </a:prstGeom>
          <a:solidFill>
            <a:srgbClr val="F2F2F2"/>
          </a:solidFill>
          <a:ln w="6350">
            <a:solidFill>
              <a:srgbClr val="DDDD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5303520" y="2971799"/>
            <a:ext cx="1371600" cy="640080"/>
          </a:xfrm>
          <a:prstGeom prst="rect">
            <a:avLst/>
          </a:prstGeom>
          <a:noFill/>
        </p:spPr>
        <p:txBody>
          <a:bodyPr wrap="square" anchor="ctr" lIns="54864" rIns="54864" tIns="27432" bIns="27432">
            <a:spAutoFit/>
          </a:bodyPr>
          <a:lstStyle/>
          <a:p>
            <a:pPr algn="ctr">
              <a:defRPr sz="1200" b="1">
                <a:solidFill>
                  <a:srgbClr val="FD5108"/>
                </a:solidFill>
                <a:latin typeface="Arial"/>
              </a:defRPr>
            </a:pPr>
            <a:r>
              <a:t>{{raci_3_2}}</a:t>
            </a:r>
          </a:p>
        </p:txBody>
      </p:sp>
      <p:sp>
        <p:nvSpPr>
          <p:cNvPr id="64" name="Rectangle 63"/>
          <p:cNvSpPr/>
          <p:nvPr/>
        </p:nvSpPr>
        <p:spPr>
          <a:xfrm>
            <a:off x="6675120" y="2971799"/>
            <a:ext cx="1371600" cy="640080"/>
          </a:xfrm>
          <a:prstGeom prst="rect">
            <a:avLst/>
          </a:prstGeom>
          <a:solidFill>
            <a:srgbClr val="F2F2F2"/>
          </a:solidFill>
          <a:ln w="6350">
            <a:solidFill>
              <a:srgbClr val="DDDD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6675120" y="2971799"/>
            <a:ext cx="1371600" cy="640080"/>
          </a:xfrm>
          <a:prstGeom prst="rect">
            <a:avLst/>
          </a:prstGeom>
          <a:noFill/>
        </p:spPr>
        <p:txBody>
          <a:bodyPr wrap="square" anchor="ctr" lIns="54864" rIns="54864" tIns="27432" bIns="27432">
            <a:spAutoFit/>
          </a:bodyPr>
          <a:lstStyle/>
          <a:p>
            <a:pPr algn="ctr">
              <a:defRPr sz="1200" b="1">
                <a:solidFill>
                  <a:srgbClr val="FD5108"/>
                </a:solidFill>
                <a:latin typeface="Arial"/>
              </a:defRPr>
            </a:pPr>
            <a:r>
              <a:t>{{raci_3_3}}</a:t>
            </a:r>
          </a:p>
        </p:txBody>
      </p:sp>
      <p:sp>
        <p:nvSpPr>
          <p:cNvPr id="66" name="Rectangle 65"/>
          <p:cNvSpPr/>
          <p:nvPr/>
        </p:nvSpPr>
        <p:spPr>
          <a:xfrm>
            <a:off x="8046720" y="2971799"/>
            <a:ext cx="1371600" cy="640080"/>
          </a:xfrm>
          <a:prstGeom prst="rect">
            <a:avLst/>
          </a:prstGeom>
          <a:solidFill>
            <a:srgbClr val="F2F2F2"/>
          </a:solidFill>
          <a:ln w="6350">
            <a:solidFill>
              <a:srgbClr val="DDDD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8046720" y="2971799"/>
            <a:ext cx="1371600" cy="640080"/>
          </a:xfrm>
          <a:prstGeom prst="rect">
            <a:avLst/>
          </a:prstGeom>
          <a:noFill/>
        </p:spPr>
        <p:txBody>
          <a:bodyPr wrap="square" anchor="ctr" lIns="54864" rIns="54864" tIns="27432" bIns="27432">
            <a:spAutoFit/>
          </a:bodyPr>
          <a:lstStyle/>
          <a:p>
            <a:pPr algn="ctr">
              <a:defRPr sz="1200" b="1">
                <a:solidFill>
                  <a:srgbClr val="FD5108"/>
                </a:solidFill>
                <a:latin typeface="Arial"/>
              </a:defRPr>
            </a:pPr>
            <a:r>
              <a:t>{{raci_3_4}}</a:t>
            </a:r>
          </a:p>
        </p:txBody>
      </p:sp>
      <p:sp>
        <p:nvSpPr>
          <p:cNvPr id="68" name="Rectangle 67"/>
          <p:cNvSpPr/>
          <p:nvPr/>
        </p:nvSpPr>
        <p:spPr>
          <a:xfrm>
            <a:off x="274320" y="3611879"/>
            <a:ext cx="2286000" cy="64008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320040" y="3611879"/>
            <a:ext cx="2194560" cy="640080"/>
          </a:xfrm>
          <a:prstGeom prst="rect">
            <a:avLst/>
          </a:prstGeom>
          <a:noFill/>
        </p:spPr>
        <p:txBody>
          <a:bodyPr wrap="square" anchor="ctr" lIns="54864" rIns="54864" tIns="27432" bIns="27432">
            <a:spAutoFit/>
          </a:bodyPr>
          <a:lstStyle/>
          <a:p>
            <a:pPr algn="l">
              <a:defRPr sz="800" b="1">
                <a:solidFill>
                  <a:srgbClr val="000000"/>
                </a:solidFill>
                <a:latin typeface="Arial"/>
              </a:defRPr>
            </a:pPr>
            <a:r>
              <a:t>{{task_4}}</a:t>
            </a:r>
          </a:p>
        </p:txBody>
      </p:sp>
      <p:sp>
        <p:nvSpPr>
          <p:cNvPr id="70" name="Rectangle 69"/>
          <p:cNvSpPr/>
          <p:nvPr/>
        </p:nvSpPr>
        <p:spPr>
          <a:xfrm>
            <a:off x="2560320" y="3611879"/>
            <a:ext cx="1371600" cy="64008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2560320" y="3611879"/>
            <a:ext cx="1371600" cy="640080"/>
          </a:xfrm>
          <a:prstGeom prst="rect">
            <a:avLst/>
          </a:prstGeom>
          <a:noFill/>
        </p:spPr>
        <p:txBody>
          <a:bodyPr wrap="square" anchor="ctr" lIns="54864" rIns="54864" tIns="27432" bIns="27432">
            <a:spAutoFit/>
          </a:bodyPr>
          <a:lstStyle/>
          <a:p>
            <a:pPr algn="ctr">
              <a:defRPr sz="1200" b="1">
                <a:solidFill>
                  <a:srgbClr val="FD5108"/>
                </a:solidFill>
                <a:latin typeface="Arial"/>
              </a:defRPr>
            </a:pPr>
            <a:r>
              <a:t>{{raci_4_0}}</a:t>
            </a:r>
          </a:p>
        </p:txBody>
      </p:sp>
      <p:sp>
        <p:nvSpPr>
          <p:cNvPr id="72" name="Rectangle 71"/>
          <p:cNvSpPr/>
          <p:nvPr/>
        </p:nvSpPr>
        <p:spPr>
          <a:xfrm>
            <a:off x="3931920" y="3611879"/>
            <a:ext cx="1371600" cy="64008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3931920" y="3611879"/>
            <a:ext cx="1371600" cy="640080"/>
          </a:xfrm>
          <a:prstGeom prst="rect">
            <a:avLst/>
          </a:prstGeom>
          <a:noFill/>
        </p:spPr>
        <p:txBody>
          <a:bodyPr wrap="square" anchor="ctr" lIns="54864" rIns="54864" tIns="27432" bIns="27432">
            <a:spAutoFit/>
          </a:bodyPr>
          <a:lstStyle/>
          <a:p>
            <a:pPr algn="ctr">
              <a:defRPr sz="1200" b="1">
                <a:solidFill>
                  <a:srgbClr val="FD5108"/>
                </a:solidFill>
                <a:latin typeface="Arial"/>
              </a:defRPr>
            </a:pPr>
            <a:r>
              <a:t>{{raci_4_1}}</a:t>
            </a:r>
          </a:p>
        </p:txBody>
      </p:sp>
      <p:sp>
        <p:nvSpPr>
          <p:cNvPr id="74" name="Rectangle 73"/>
          <p:cNvSpPr/>
          <p:nvPr/>
        </p:nvSpPr>
        <p:spPr>
          <a:xfrm>
            <a:off x="5303520" y="3611879"/>
            <a:ext cx="1371600" cy="64008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5303520" y="3611879"/>
            <a:ext cx="1371600" cy="640080"/>
          </a:xfrm>
          <a:prstGeom prst="rect">
            <a:avLst/>
          </a:prstGeom>
          <a:noFill/>
        </p:spPr>
        <p:txBody>
          <a:bodyPr wrap="square" anchor="ctr" lIns="54864" rIns="54864" tIns="27432" bIns="27432">
            <a:spAutoFit/>
          </a:bodyPr>
          <a:lstStyle/>
          <a:p>
            <a:pPr algn="ctr">
              <a:defRPr sz="1200" b="1">
                <a:solidFill>
                  <a:srgbClr val="FD5108"/>
                </a:solidFill>
                <a:latin typeface="Arial"/>
              </a:defRPr>
            </a:pPr>
            <a:r>
              <a:t>{{raci_4_2}}</a:t>
            </a:r>
          </a:p>
        </p:txBody>
      </p:sp>
      <p:sp>
        <p:nvSpPr>
          <p:cNvPr id="76" name="Rectangle 75"/>
          <p:cNvSpPr/>
          <p:nvPr/>
        </p:nvSpPr>
        <p:spPr>
          <a:xfrm>
            <a:off x="6675120" y="3611879"/>
            <a:ext cx="1371600" cy="64008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6675120" y="3611879"/>
            <a:ext cx="1371600" cy="640080"/>
          </a:xfrm>
          <a:prstGeom prst="rect">
            <a:avLst/>
          </a:prstGeom>
          <a:noFill/>
        </p:spPr>
        <p:txBody>
          <a:bodyPr wrap="square" anchor="ctr" lIns="54864" rIns="54864" tIns="27432" bIns="27432">
            <a:spAutoFit/>
          </a:bodyPr>
          <a:lstStyle/>
          <a:p>
            <a:pPr algn="ctr">
              <a:defRPr sz="1200" b="1">
                <a:solidFill>
                  <a:srgbClr val="FD5108"/>
                </a:solidFill>
                <a:latin typeface="Arial"/>
              </a:defRPr>
            </a:pPr>
            <a:r>
              <a:t>{{raci_4_3}}</a:t>
            </a:r>
          </a:p>
        </p:txBody>
      </p:sp>
      <p:sp>
        <p:nvSpPr>
          <p:cNvPr id="78" name="Rectangle 77"/>
          <p:cNvSpPr/>
          <p:nvPr/>
        </p:nvSpPr>
        <p:spPr>
          <a:xfrm>
            <a:off x="8046720" y="3611879"/>
            <a:ext cx="1371600" cy="64008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8046720" y="3611879"/>
            <a:ext cx="1371600" cy="640080"/>
          </a:xfrm>
          <a:prstGeom prst="rect">
            <a:avLst/>
          </a:prstGeom>
          <a:noFill/>
        </p:spPr>
        <p:txBody>
          <a:bodyPr wrap="square" anchor="ctr" lIns="54864" rIns="54864" tIns="27432" bIns="27432">
            <a:spAutoFit/>
          </a:bodyPr>
          <a:lstStyle/>
          <a:p>
            <a:pPr algn="ctr">
              <a:defRPr sz="1200" b="1">
                <a:solidFill>
                  <a:srgbClr val="FD5108"/>
                </a:solidFill>
                <a:latin typeface="Arial"/>
              </a:defRPr>
            </a:pPr>
            <a:r>
              <a:t>{{raci_4_4}}</a:t>
            </a:r>
          </a:p>
        </p:txBody>
      </p:sp>
      <p:sp>
        <p:nvSpPr>
          <p:cNvPr id="80" name="Rectangle 79"/>
          <p:cNvSpPr/>
          <p:nvPr/>
        </p:nvSpPr>
        <p:spPr>
          <a:xfrm>
            <a:off x="274320" y="4251960"/>
            <a:ext cx="2286000" cy="640080"/>
          </a:xfrm>
          <a:prstGeom prst="rect">
            <a:avLst/>
          </a:prstGeom>
          <a:solidFill>
            <a:srgbClr val="F2F2F2"/>
          </a:solidFill>
          <a:ln w="6350">
            <a:solidFill>
              <a:srgbClr val="DDDD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320040" y="4251960"/>
            <a:ext cx="2194560" cy="640080"/>
          </a:xfrm>
          <a:prstGeom prst="rect">
            <a:avLst/>
          </a:prstGeom>
          <a:noFill/>
        </p:spPr>
        <p:txBody>
          <a:bodyPr wrap="square" anchor="ctr" lIns="54864" rIns="54864" tIns="27432" bIns="27432">
            <a:spAutoFit/>
          </a:bodyPr>
          <a:lstStyle/>
          <a:p>
            <a:pPr algn="l">
              <a:defRPr sz="800" b="1">
                <a:solidFill>
                  <a:srgbClr val="000000"/>
                </a:solidFill>
                <a:latin typeface="Arial"/>
              </a:defRPr>
            </a:pPr>
            <a:r>
              <a:t>{{task_5}}</a:t>
            </a:r>
          </a:p>
        </p:txBody>
      </p:sp>
      <p:sp>
        <p:nvSpPr>
          <p:cNvPr id="82" name="Rectangle 81"/>
          <p:cNvSpPr/>
          <p:nvPr/>
        </p:nvSpPr>
        <p:spPr>
          <a:xfrm>
            <a:off x="2560320" y="4251960"/>
            <a:ext cx="1371600" cy="640080"/>
          </a:xfrm>
          <a:prstGeom prst="rect">
            <a:avLst/>
          </a:prstGeom>
          <a:solidFill>
            <a:srgbClr val="F2F2F2"/>
          </a:solidFill>
          <a:ln w="6350">
            <a:solidFill>
              <a:srgbClr val="DDDD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2560320" y="4251960"/>
            <a:ext cx="1371600" cy="640080"/>
          </a:xfrm>
          <a:prstGeom prst="rect">
            <a:avLst/>
          </a:prstGeom>
          <a:noFill/>
        </p:spPr>
        <p:txBody>
          <a:bodyPr wrap="square" anchor="ctr" lIns="54864" rIns="54864" tIns="27432" bIns="27432">
            <a:spAutoFit/>
          </a:bodyPr>
          <a:lstStyle/>
          <a:p>
            <a:pPr algn="ctr">
              <a:defRPr sz="1200" b="1">
                <a:solidFill>
                  <a:srgbClr val="FD5108"/>
                </a:solidFill>
                <a:latin typeface="Arial"/>
              </a:defRPr>
            </a:pPr>
            <a:r>
              <a:t>{{raci_5_0}}</a:t>
            </a:r>
          </a:p>
        </p:txBody>
      </p:sp>
      <p:sp>
        <p:nvSpPr>
          <p:cNvPr id="84" name="Rectangle 83"/>
          <p:cNvSpPr/>
          <p:nvPr/>
        </p:nvSpPr>
        <p:spPr>
          <a:xfrm>
            <a:off x="3931920" y="4251960"/>
            <a:ext cx="1371600" cy="640080"/>
          </a:xfrm>
          <a:prstGeom prst="rect">
            <a:avLst/>
          </a:prstGeom>
          <a:solidFill>
            <a:srgbClr val="F2F2F2"/>
          </a:solidFill>
          <a:ln w="6350">
            <a:solidFill>
              <a:srgbClr val="DDDD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3931920" y="4251960"/>
            <a:ext cx="1371600" cy="640080"/>
          </a:xfrm>
          <a:prstGeom prst="rect">
            <a:avLst/>
          </a:prstGeom>
          <a:noFill/>
        </p:spPr>
        <p:txBody>
          <a:bodyPr wrap="square" anchor="ctr" lIns="54864" rIns="54864" tIns="27432" bIns="27432">
            <a:spAutoFit/>
          </a:bodyPr>
          <a:lstStyle/>
          <a:p>
            <a:pPr algn="ctr">
              <a:defRPr sz="1200" b="1">
                <a:solidFill>
                  <a:srgbClr val="FD5108"/>
                </a:solidFill>
                <a:latin typeface="Arial"/>
              </a:defRPr>
            </a:pPr>
            <a:r>
              <a:t>{{raci_5_1}}</a:t>
            </a:r>
          </a:p>
        </p:txBody>
      </p:sp>
      <p:sp>
        <p:nvSpPr>
          <p:cNvPr id="86" name="Rectangle 85"/>
          <p:cNvSpPr/>
          <p:nvPr/>
        </p:nvSpPr>
        <p:spPr>
          <a:xfrm>
            <a:off x="5303520" y="4251960"/>
            <a:ext cx="1371600" cy="640080"/>
          </a:xfrm>
          <a:prstGeom prst="rect">
            <a:avLst/>
          </a:prstGeom>
          <a:solidFill>
            <a:srgbClr val="F2F2F2"/>
          </a:solidFill>
          <a:ln w="6350">
            <a:solidFill>
              <a:srgbClr val="DDDD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5303520" y="4251960"/>
            <a:ext cx="1371600" cy="640080"/>
          </a:xfrm>
          <a:prstGeom prst="rect">
            <a:avLst/>
          </a:prstGeom>
          <a:noFill/>
        </p:spPr>
        <p:txBody>
          <a:bodyPr wrap="square" anchor="ctr" lIns="54864" rIns="54864" tIns="27432" bIns="27432">
            <a:spAutoFit/>
          </a:bodyPr>
          <a:lstStyle/>
          <a:p>
            <a:pPr algn="ctr">
              <a:defRPr sz="1200" b="1">
                <a:solidFill>
                  <a:srgbClr val="FD5108"/>
                </a:solidFill>
                <a:latin typeface="Arial"/>
              </a:defRPr>
            </a:pPr>
            <a:r>
              <a:t>{{raci_5_2}}</a:t>
            </a:r>
          </a:p>
        </p:txBody>
      </p:sp>
      <p:sp>
        <p:nvSpPr>
          <p:cNvPr id="88" name="Rectangle 87"/>
          <p:cNvSpPr/>
          <p:nvPr/>
        </p:nvSpPr>
        <p:spPr>
          <a:xfrm>
            <a:off x="6675120" y="4251960"/>
            <a:ext cx="1371600" cy="640080"/>
          </a:xfrm>
          <a:prstGeom prst="rect">
            <a:avLst/>
          </a:prstGeom>
          <a:solidFill>
            <a:srgbClr val="F2F2F2"/>
          </a:solidFill>
          <a:ln w="6350">
            <a:solidFill>
              <a:srgbClr val="DDDD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6675120" y="4251960"/>
            <a:ext cx="1371600" cy="640080"/>
          </a:xfrm>
          <a:prstGeom prst="rect">
            <a:avLst/>
          </a:prstGeom>
          <a:noFill/>
        </p:spPr>
        <p:txBody>
          <a:bodyPr wrap="square" anchor="ctr" lIns="54864" rIns="54864" tIns="27432" bIns="27432">
            <a:spAutoFit/>
          </a:bodyPr>
          <a:lstStyle/>
          <a:p>
            <a:pPr algn="ctr">
              <a:defRPr sz="1200" b="1">
                <a:solidFill>
                  <a:srgbClr val="FD5108"/>
                </a:solidFill>
                <a:latin typeface="Arial"/>
              </a:defRPr>
            </a:pPr>
            <a:r>
              <a:t>{{raci_5_3}}</a:t>
            </a:r>
          </a:p>
        </p:txBody>
      </p:sp>
      <p:sp>
        <p:nvSpPr>
          <p:cNvPr id="90" name="Rectangle 89"/>
          <p:cNvSpPr/>
          <p:nvPr/>
        </p:nvSpPr>
        <p:spPr>
          <a:xfrm>
            <a:off x="8046720" y="4251960"/>
            <a:ext cx="1371600" cy="640080"/>
          </a:xfrm>
          <a:prstGeom prst="rect">
            <a:avLst/>
          </a:prstGeom>
          <a:solidFill>
            <a:srgbClr val="F2F2F2"/>
          </a:solidFill>
          <a:ln w="6350">
            <a:solidFill>
              <a:srgbClr val="DDDD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8046720" y="4251960"/>
            <a:ext cx="1371600" cy="640080"/>
          </a:xfrm>
          <a:prstGeom prst="rect">
            <a:avLst/>
          </a:prstGeom>
          <a:noFill/>
        </p:spPr>
        <p:txBody>
          <a:bodyPr wrap="square" anchor="ctr" lIns="54864" rIns="54864" tIns="27432" bIns="27432">
            <a:spAutoFit/>
          </a:bodyPr>
          <a:lstStyle/>
          <a:p>
            <a:pPr algn="ctr">
              <a:defRPr sz="1200" b="1">
                <a:solidFill>
                  <a:srgbClr val="FD5108"/>
                </a:solidFill>
                <a:latin typeface="Arial"/>
              </a:defRPr>
            </a:pPr>
            <a:r>
              <a:t>{{raci_5_4}}</a:t>
            </a:r>
          </a:p>
        </p:txBody>
      </p:sp>
      <p:sp>
        <p:nvSpPr>
          <p:cNvPr id="92" name="Rectangle 91"/>
          <p:cNvSpPr/>
          <p:nvPr/>
        </p:nvSpPr>
        <p:spPr>
          <a:xfrm>
            <a:off x="274320" y="5943600"/>
            <a:ext cx="8595360" cy="45720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Rectangle 92"/>
          <p:cNvSpPr/>
          <p:nvPr/>
        </p:nvSpPr>
        <p:spPr>
          <a:xfrm>
            <a:off x="274320" y="5943600"/>
            <a:ext cx="54864" cy="457200"/>
          </a:xfrm>
          <a:prstGeom prst="rect">
            <a:avLst/>
          </a:prstGeom>
          <a:solidFill>
            <a:srgbClr val="FD51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TextBox 93"/>
          <p:cNvSpPr txBox="1"/>
          <p:nvPr/>
        </p:nvSpPr>
        <p:spPr>
          <a:xfrm>
            <a:off x="457200" y="5989320"/>
            <a:ext cx="8229600" cy="365760"/>
          </a:xfrm>
          <a:prstGeom prst="rect">
            <a:avLst/>
          </a:prstGeom>
          <a:noFill/>
        </p:spPr>
        <p:txBody>
          <a:bodyPr wrap="square" anchor="ctr" lIns="54864" rIns="54864" tIns="27432" bIns="27432">
            <a:spAutoFit/>
          </a:bodyPr>
          <a:lstStyle/>
          <a:p>
            <a:pPr algn="l">
              <a:defRPr sz="900" b="1">
                <a:solidFill>
                  <a:srgbClr val="FFFFFF"/>
                </a:solidFill>
                <a:latin typeface="Arial"/>
              </a:defRPr>
            </a:pPr>
            <a:r>
              <a:t>{{takeaway}}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6576" cy="502920"/>
          </a:xfrm>
          <a:prstGeom prst="rect">
            <a:avLst/>
          </a:prstGeom>
          <a:solidFill>
            <a:srgbClr val="FD51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" y="73152"/>
            <a:ext cx="5943600" cy="365760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Georgia"/>
              </a:defRPr>
            </a:pPr>
            <a:r>
              <a:t>{{title}}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0" y="109728"/>
            <a:ext cx="2743200" cy="274320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r">
              <a:defRPr sz="700" b="0">
                <a:solidFill>
                  <a:srgbClr val="CBD1D6"/>
                </a:solidFill>
                <a:latin typeface="Arial"/>
              </a:defRPr>
            </a:pPr>
            <a:r>
              <a:t>{{breadcrumb}}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6537960"/>
            <a:ext cx="8595360" cy="4572"/>
          </a:xfrm>
          <a:prstGeom prst="rect">
            <a:avLst/>
          </a:prstGeom>
          <a:solidFill>
            <a:srgbClr val="DDDD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6583680"/>
            <a:ext cx="4572000" cy="182880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l">
              <a:defRPr sz="600" b="0">
                <a:solidFill>
                  <a:srgbClr val="A1A8B3"/>
                </a:solidFill>
                <a:latin typeface="Arial"/>
              </a:defRPr>
            </a:pPr>
            <a:r>
              <a:t>Strictly Private and Confidential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685800"/>
            <a:ext cx="1371600" cy="1463040"/>
          </a:xfrm>
          <a:prstGeom prst="rect">
            <a:avLst/>
          </a:prstGeom>
          <a:solidFill>
            <a:srgbClr val="FD51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20040" y="685800"/>
            <a:ext cx="1280160" cy="1463040"/>
          </a:xfrm>
          <a:prstGeom prst="rect">
            <a:avLst/>
          </a:prstGeom>
          <a:noFill/>
        </p:spPr>
        <p:txBody>
          <a:bodyPr wrap="square" anchor="ctr" lIns="54864" rIns="54864" tIns="27432" bIns="27432">
            <a:spAutoFit/>
          </a:bodyPr>
          <a:lstStyle/>
          <a:p>
            <a:pPr algn="l">
              <a:defRPr sz="900" b="1">
                <a:solidFill>
                  <a:srgbClr val="FFFFFF"/>
                </a:solidFill>
                <a:latin typeface="Arial"/>
              </a:defRPr>
            </a:pPr>
            <a:r>
              <a:t>{{lane_0}}</a:t>
            </a:r>
          </a:p>
        </p:txBody>
      </p:sp>
      <p:sp>
        <p:nvSpPr>
          <p:cNvPr id="10" name="Rectangle 9"/>
          <p:cNvSpPr/>
          <p:nvPr/>
        </p:nvSpPr>
        <p:spPr>
          <a:xfrm>
            <a:off x="1737360" y="822960"/>
            <a:ext cx="1280160" cy="118872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783080" y="822960"/>
            <a:ext cx="1188719" cy="1188720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l">
              <a:defRPr sz="700" b="0">
                <a:solidFill>
                  <a:srgbClr val="000000"/>
                </a:solidFill>
                <a:latin typeface="Arial"/>
              </a:defRPr>
            </a:pPr>
            <a:r>
              <a:t>{{step_0_0}}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090672" y="822960"/>
            <a:ext cx="1280160" cy="118872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136391" y="822960"/>
            <a:ext cx="1188719" cy="1188720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l">
              <a:defRPr sz="700" b="0">
                <a:solidFill>
                  <a:srgbClr val="000000"/>
                </a:solidFill>
                <a:latin typeface="Arial"/>
              </a:defRPr>
            </a:pPr>
            <a:r>
              <a:t>{{step_0_1}}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443984" y="822960"/>
            <a:ext cx="1280160" cy="118872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489704" y="822960"/>
            <a:ext cx="1188719" cy="1188720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l">
              <a:defRPr sz="700" b="0">
                <a:solidFill>
                  <a:srgbClr val="000000"/>
                </a:solidFill>
                <a:latin typeface="Arial"/>
              </a:defRPr>
            </a:pPr>
            <a:r>
              <a:t>{{step_0_2}}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797296" y="822960"/>
            <a:ext cx="1280160" cy="118872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843016" y="822960"/>
            <a:ext cx="1188719" cy="1188720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l">
              <a:defRPr sz="700" b="0">
                <a:solidFill>
                  <a:srgbClr val="000000"/>
                </a:solidFill>
                <a:latin typeface="Arial"/>
              </a:defRPr>
            </a:pPr>
            <a:r>
              <a:t>{{step_0_3}}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150608" y="822960"/>
            <a:ext cx="1280160" cy="118872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196328" y="822960"/>
            <a:ext cx="1188719" cy="1188720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l">
              <a:defRPr sz="700" b="0">
                <a:solidFill>
                  <a:srgbClr val="000000"/>
                </a:solidFill>
                <a:latin typeface="Arial"/>
              </a:defRPr>
            </a:pPr>
            <a:r>
              <a:t>{{step_0_4}}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74320" y="2221992"/>
            <a:ext cx="1371600" cy="1463040"/>
          </a:xfrm>
          <a:prstGeom prst="rect">
            <a:avLst/>
          </a:prstGeom>
          <a:solidFill>
            <a:srgbClr val="CBD1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20040" y="2221992"/>
            <a:ext cx="1280160" cy="1463040"/>
          </a:xfrm>
          <a:prstGeom prst="rect">
            <a:avLst/>
          </a:prstGeom>
          <a:noFill/>
        </p:spPr>
        <p:txBody>
          <a:bodyPr wrap="square" anchor="ctr" lIns="54864" rIns="54864" tIns="27432" bIns="27432">
            <a:spAutoFit/>
          </a:bodyPr>
          <a:lstStyle/>
          <a:p>
            <a:pPr algn="l">
              <a:defRPr sz="900" b="1">
                <a:solidFill>
                  <a:srgbClr val="000000"/>
                </a:solidFill>
                <a:latin typeface="Arial"/>
              </a:defRPr>
            </a:pPr>
            <a:r>
              <a:t>{{lane_1}}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737360" y="2359152"/>
            <a:ext cx="1280160" cy="118872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783080" y="2359152"/>
            <a:ext cx="1188719" cy="1188720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l">
              <a:defRPr sz="700" b="0">
                <a:solidFill>
                  <a:srgbClr val="000000"/>
                </a:solidFill>
                <a:latin typeface="Arial"/>
              </a:defRPr>
            </a:pPr>
            <a:r>
              <a:t>{{step_1_0}}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090672" y="2359152"/>
            <a:ext cx="1280160" cy="118872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136391" y="2359152"/>
            <a:ext cx="1188719" cy="1188720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l">
              <a:defRPr sz="700" b="0">
                <a:solidFill>
                  <a:srgbClr val="000000"/>
                </a:solidFill>
                <a:latin typeface="Arial"/>
              </a:defRPr>
            </a:pPr>
            <a:r>
              <a:t>{{step_1_1}}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443984" y="2359152"/>
            <a:ext cx="1280160" cy="118872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489704" y="2359152"/>
            <a:ext cx="1188719" cy="1188720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l">
              <a:defRPr sz="700" b="0">
                <a:solidFill>
                  <a:srgbClr val="000000"/>
                </a:solidFill>
                <a:latin typeface="Arial"/>
              </a:defRPr>
            </a:pPr>
            <a:r>
              <a:t>{{step_1_2}}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797296" y="2359152"/>
            <a:ext cx="1280160" cy="118872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843016" y="2359152"/>
            <a:ext cx="1188719" cy="1188720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l">
              <a:defRPr sz="700" b="0">
                <a:solidFill>
                  <a:srgbClr val="000000"/>
                </a:solidFill>
                <a:latin typeface="Arial"/>
              </a:defRPr>
            </a:pPr>
            <a:r>
              <a:t>{{step_1_3}}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150608" y="2359152"/>
            <a:ext cx="1280160" cy="118872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196328" y="2359152"/>
            <a:ext cx="1188719" cy="1188720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l">
              <a:defRPr sz="700" b="0">
                <a:solidFill>
                  <a:srgbClr val="000000"/>
                </a:solidFill>
                <a:latin typeface="Arial"/>
              </a:defRPr>
            </a:pPr>
            <a:r>
              <a:t>{{step_1_4}}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74320" y="3758184"/>
            <a:ext cx="1371600" cy="146304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20040" y="3758184"/>
            <a:ext cx="1280160" cy="1463040"/>
          </a:xfrm>
          <a:prstGeom prst="rect">
            <a:avLst/>
          </a:prstGeom>
          <a:noFill/>
        </p:spPr>
        <p:txBody>
          <a:bodyPr wrap="square" anchor="ctr" lIns="54864" rIns="54864" tIns="27432" bIns="27432">
            <a:spAutoFit/>
          </a:bodyPr>
          <a:lstStyle/>
          <a:p>
            <a:pPr algn="l">
              <a:defRPr sz="900" b="1">
                <a:solidFill>
                  <a:srgbClr val="000000"/>
                </a:solidFill>
                <a:latin typeface="Arial"/>
              </a:defRPr>
            </a:pPr>
            <a:r>
              <a:t>{{lane_2}}</a:t>
            </a:r>
          </a:p>
        </p:txBody>
      </p:sp>
      <p:sp>
        <p:nvSpPr>
          <p:cNvPr id="34" name="Rectangle 33"/>
          <p:cNvSpPr/>
          <p:nvPr/>
        </p:nvSpPr>
        <p:spPr>
          <a:xfrm>
            <a:off x="1737360" y="3895344"/>
            <a:ext cx="1280160" cy="118872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783080" y="3895344"/>
            <a:ext cx="1188719" cy="1188720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l">
              <a:defRPr sz="700" b="0">
                <a:solidFill>
                  <a:srgbClr val="000000"/>
                </a:solidFill>
                <a:latin typeface="Arial"/>
              </a:defRPr>
            </a:pPr>
            <a:r>
              <a:t>{{step_2_0}}</a:t>
            </a:r>
          </a:p>
        </p:txBody>
      </p:sp>
      <p:sp>
        <p:nvSpPr>
          <p:cNvPr id="36" name="Rectangle 35"/>
          <p:cNvSpPr/>
          <p:nvPr/>
        </p:nvSpPr>
        <p:spPr>
          <a:xfrm>
            <a:off x="3090672" y="3895344"/>
            <a:ext cx="1280160" cy="118872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136391" y="3895344"/>
            <a:ext cx="1188719" cy="1188720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l">
              <a:defRPr sz="700" b="0">
                <a:solidFill>
                  <a:srgbClr val="000000"/>
                </a:solidFill>
                <a:latin typeface="Arial"/>
              </a:defRPr>
            </a:pPr>
            <a:r>
              <a:t>{{step_2_1}}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443984" y="3895344"/>
            <a:ext cx="1280160" cy="118872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489704" y="3895344"/>
            <a:ext cx="1188719" cy="1188720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l">
              <a:defRPr sz="700" b="0">
                <a:solidFill>
                  <a:srgbClr val="000000"/>
                </a:solidFill>
                <a:latin typeface="Arial"/>
              </a:defRPr>
            </a:pPr>
            <a:r>
              <a:t>{{step_2_2}}</a:t>
            </a:r>
          </a:p>
        </p:txBody>
      </p:sp>
      <p:sp>
        <p:nvSpPr>
          <p:cNvPr id="40" name="Rectangle 39"/>
          <p:cNvSpPr/>
          <p:nvPr/>
        </p:nvSpPr>
        <p:spPr>
          <a:xfrm>
            <a:off x="5797296" y="3895344"/>
            <a:ext cx="1280160" cy="118872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5843016" y="3895344"/>
            <a:ext cx="1188719" cy="1188720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l">
              <a:defRPr sz="700" b="0">
                <a:solidFill>
                  <a:srgbClr val="000000"/>
                </a:solidFill>
                <a:latin typeface="Arial"/>
              </a:defRPr>
            </a:pPr>
            <a:r>
              <a:t>{{step_2_3}}</a:t>
            </a:r>
          </a:p>
        </p:txBody>
      </p:sp>
      <p:sp>
        <p:nvSpPr>
          <p:cNvPr id="42" name="Rectangle 41"/>
          <p:cNvSpPr/>
          <p:nvPr/>
        </p:nvSpPr>
        <p:spPr>
          <a:xfrm>
            <a:off x="7150608" y="3895344"/>
            <a:ext cx="1280160" cy="118872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196328" y="3895344"/>
            <a:ext cx="1188719" cy="1188720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l">
              <a:defRPr sz="700" b="0">
                <a:solidFill>
                  <a:srgbClr val="000000"/>
                </a:solidFill>
                <a:latin typeface="Arial"/>
              </a:defRPr>
            </a:pPr>
            <a:r>
              <a:t>{{step_2_4}}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017520" y="1234440"/>
            <a:ext cx="73152" cy="274320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l">
              <a:defRPr sz="800" b="0">
                <a:solidFill>
                  <a:srgbClr val="FD5108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370831" y="1234440"/>
            <a:ext cx="73152" cy="274320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l">
              <a:defRPr sz="800" b="0">
                <a:solidFill>
                  <a:srgbClr val="FD5108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724144" y="1234440"/>
            <a:ext cx="73152" cy="274320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l">
              <a:defRPr sz="800" b="0">
                <a:solidFill>
                  <a:srgbClr val="FD5108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077456" y="1234440"/>
            <a:ext cx="73152" cy="274320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l">
              <a:defRPr sz="800" b="0">
                <a:solidFill>
                  <a:srgbClr val="FD5108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48" name="Rectangle 47"/>
          <p:cNvSpPr/>
          <p:nvPr/>
        </p:nvSpPr>
        <p:spPr>
          <a:xfrm>
            <a:off x="274320" y="5943600"/>
            <a:ext cx="8595360" cy="45720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274320" y="5943600"/>
            <a:ext cx="54864" cy="457200"/>
          </a:xfrm>
          <a:prstGeom prst="rect">
            <a:avLst/>
          </a:prstGeom>
          <a:solidFill>
            <a:srgbClr val="FD51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457200" y="5989320"/>
            <a:ext cx="8229600" cy="365760"/>
          </a:xfrm>
          <a:prstGeom prst="rect">
            <a:avLst/>
          </a:prstGeom>
          <a:noFill/>
        </p:spPr>
        <p:txBody>
          <a:bodyPr wrap="square" anchor="ctr" lIns="54864" rIns="54864" tIns="27432" bIns="27432">
            <a:spAutoFit/>
          </a:bodyPr>
          <a:lstStyle/>
          <a:p>
            <a:pPr algn="l">
              <a:defRPr sz="900" b="1">
                <a:solidFill>
                  <a:srgbClr val="FFFFFF"/>
                </a:solidFill>
                <a:latin typeface="Arial"/>
              </a:defRPr>
            </a:pPr>
            <a:r>
              <a:t>{{takeaway}}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6576" cy="502920"/>
          </a:xfrm>
          <a:prstGeom prst="rect">
            <a:avLst/>
          </a:prstGeom>
          <a:solidFill>
            <a:srgbClr val="FD51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" y="73152"/>
            <a:ext cx="5943600" cy="365760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Georgia"/>
              </a:defRPr>
            </a:pPr>
            <a:r>
              <a:t>{{title}}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0" y="109728"/>
            <a:ext cx="2743200" cy="274320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r">
              <a:defRPr sz="700" b="0">
                <a:solidFill>
                  <a:srgbClr val="CBD1D6"/>
                </a:solidFill>
                <a:latin typeface="Arial"/>
              </a:defRPr>
            </a:pPr>
            <a:r>
              <a:t>{{breadcrumb}}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6537960"/>
            <a:ext cx="8595360" cy="4572"/>
          </a:xfrm>
          <a:prstGeom prst="rect">
            <a:avLst/>
          </a:prstGeom>
          <a:solidFill>
            <a:srgbClr val="DDDD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6583680"/>
            <a:ext cx="4572000" cy="182880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l">
              <a:defRPr sz="600" b="0">
                <a:solidFill>
                  <a:srgbClr val="A1A8B3"/>
                </a:solidFill>
                <a:latin typeface="Arial"/>
              </a:defRPr>
            </a:pPr>
            <a:r>
              <a:t>Strictly Private and Confidential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685800"/>
            <a:ext cx="2743200" cy="54864"/>
          </a:xfrm>
          <a:prstGeom prst="rect">
            <a:avLst/>
          </a:prstGeom>
          <a:solidFill>
            <a:srgbClr val="FD51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74320" y="740664"/>
            <a:ext cx="2743200" cy="2414016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365760" y="822960"/>
            <a:ext cx="320040" cy="320040"/>
          </a:xfrm>
          <a:prstGeom prst="ellipse">
            <a:avLst/>
          </a:prstGeom>
          <a:solidFill>
            <a:srgbClr val="FD51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  <a:latin typeface="Arial"/>
              </a:defRPr>
            </a:pPr>
            <a:r>
              <a:t>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822960"/>
            <a:ext cx="2148840" cy="320040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l">
              <a:defRPr sz="1000" b="1">
                <a:solidFill>
                  <a:srgbClr val="000000"/>
                </a:solidFill>
                <a:latin typeface="Arial"/>
              </a:defRPr>
            </a:pPr>
            <a:r>
              <a:t>{{pestel_0_title}}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1234440"/>
            <a:ext cx="2560320" cy="1828800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l">
              <a:defRPr sz="800" b="0">
                <a:solidFill>
                  <a:srgbClr val="000000"/>
                </a:solidFill>
                <a:latin typeface="Arial"/>
              </a:defRPr>
            </a:pPr>
            <a:r>
              <a:t>{{pestel_0_content}}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127248" y="685800"/>
            <a:ext cx="2743200" cy="54864"/>
          </a:xfrm>
          <a:prstGeom prst="rect">
            <a:avLst/>
          </a:prstGeom>
          <a:solidFill>
            <a:srgbClr val="FE7C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127248" y="740664"/>
            <a:ext cx="2743200" cy="2414016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3218688" y="822960"/>
            <a:ext cx="320040" cy="320040"/>
          </a:xfrm>
          <a:prstGeom prst="ellipse">
            <a:avLst/>
          </a:prstGeom>
          <a:solidFill>
            <a:srgbClr val="FE7C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  <a:latin typeface="Arial"/>
              </a:defRPr>
            </a:pPr>
            <a:r>
              <a:t>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30168" y="822960"/>
            <a:ext cx="2148840" cy="320040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l">
              <a:defRPr sz="1000" b="1">
                <a:solidFill>
                  <a:srgbClr val="000000"/>
                </a:solidFill>
                <a:latin typeface="Arial"/>
              </a:defRPr>
            </a:pPr>
            <a:r>
              <a:t>{{pestel_1_title}}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18688" y="1234440"/>
            <a:ext cx="2560320" cy="1828800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l">
              <a:defRPr sz="800" b="0">
                <a:solidFill>
                  <a:srgbClr val="000000"/>
                </a:solidFill>
                <a:latin typeface="Arial"/>
              </a:defRPr>
            </a:pPr>
            <a:r>
              <a:t>{{pestel_1_content}}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980176" y="685800"/>
            <a:ext cx="2743200" cy="54864"/>
          </a:xfrm>
          <a:prstGeom prst="rect">
            <a:avLst/>
          </a:prstGeom>
          <a:solidFill>
            <a:srgbClr val="FFAA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980176" y="740664"/>
            <a:ext cx="2743200" cy="2414016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071616" y="822960"/>
            <a:ext cx="320040" cy="320040"/>
          </a:xfrm>
          <a:prstGeom prst="ellipse">
            <a:avLst/>
          </a:prstGeom>
          <a:solidFill>
            <a:srgbClr val="FFAA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  <a:latin typeface="Arial"/>
              </a:defRPr>
            </a:pPr>
            <a:r>
              <a:t>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83096" y="822960"/>
            <a:ext cx="2148840" cy="320040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l">
              <a:defRPr sz="1000" b="1">
                <a:solidFill>
                  <a:srgbClr val="000000"/>
                </a:solidFill>
                <a:latin typeface="Arial"/>
              </a:defRPr>
            </a:pPr>
            <a:r>
              <a:t>{{pestel_2_title}}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071616" y="1234440"/>
            <a:ext cx="2560320" cy="1828800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l">
              <a:defRPr sz="800" b="0">
                <a:solidFill>
                  <a:srgbClr val="000000"/>
                </a:solidFill>
                <a:latin typeface="Arial"/>
              </a:defRPr>
            </a:pPr>
            <a:r>
              <a:t>{{pestel_2_content}}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74320" y="3264408"/>
            <a:ext cx="2743200" cy="54864"/>
          </a:xfrm>
          <a:prstGeom prst="rect">
            <a:avLst/>
          </a:prstGeom>
          <a:solidFill>
            <a:srgbClr val="A1A8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274320" y="3319272"/>
            <a:ext cx="2743200" cy="2414016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365760" y="3401568"/>
            <a:ext cx="320040" cy="320040"/>
          </a:xfrm>
          <a:prstGeom prst="ellipse">
            <a:avLst/>
          </a:prstGeom>
          <a:solidFill>
            <a:srgbClr val="A1A8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  <a:latin typeface="Arial"/>
              </a:defRPr>
            </a:pPr>
            <a:r>
              <a:t>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77240" y="3401568"/>
            <a:ext cx="2148840" cy="320040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l">
              <a:defRPr sz="1000" b="1">
                <a:solidFill>
                  <a:srgbClr val="000000"/>
                </a:solidFill>
                <a:latin typeface="Arial"/>
              </a:defRPr>
            </a:pPr>
            <a:r>
              <a:t>{{pestel_3_title}}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3813048"/>
            <a:ext cx="2560320" cy="1828800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l">
              <a:defRPr sz="800" b="0">
                <a:solidFill>
                  <a:srgbClr val="000000"/>
                </a:solidFill>
                <a:latin typeface="Arial"/>
              </a:defRPr>
            </a:pPr>
            <a:r>
              <a:t>{{pestel_3_content}}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127248" y="3264408"/>
            <a:ext cx="2743200" cy="54864"/>
          </a:xfrm>
          <a:prstGeom prst="rect">
            <a:avLst/>
          </a:prstGeom>
          <a:solidFill>
            <a:srgbClr val="B5BC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3127248" y="3319272"/>
            <a:ext cx="2743200" cy="2414016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3218688" y="3401568"/>
            <a:ext cx="320040" cy="320040"/>
          </a:xfrm>
          <a:prstGeom prst="ellipse">
            <a:avLst/>
          </a:prstGeom>
          <a:solidFill>
            <a:srgbClr val="B5BC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  <a:latin typeface="Arial"/>
              </a:defRPr>
            </a:pPr>
            <a:r>
              <a:t>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630168" y="3401568"/>
            <a:ext cx="2148840" cy="320040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l">
              <a:defRPr sz="1000" b="1">
                <a:solidFill>
                  <a:srgbClr val="000000"/>
                </a:solidFill>
                <a:latin typeface="Arial"/>
              </a:defRPr>
            </a:pPr>
            <a:r>
              <a:t>{{pestel_4_title}}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218688" y="3813048"/>
            <a:ext cx="2560320" cy="1828800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l">
              <a:defRPr sz="800" b="0">
                <a:solidFill>
                  <a:srgbClr val="000000"/>
                </a:solidFill>
                <a:latin typeface="Arial"/>
              </a:defRPr>
            </a:pPr>
            <a:r>
              <a:t>{{pestel_4_content}}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980176" y="3264408"/>
            <a:ext cx="2743200" cy="54864"/>
          </a:xfrm>
          <a:prstGeom prst="rect">
            <a:avLst/>
          </a:prstGeom>
          <a:solidFill>
            <a:srgbClr val="CBD1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5980176" y="3319272"/>
            <a:ext cx="2743200" cy="2414016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6071616" y="3401568"/>
            <a:ext cx="320040" cy="320040"/>
          </a:xfrm>
          <a:prstGeom prst="ellipse">
            <a:avLst/>
          </a:prstGeom>
          <a:solidFill>
            <a:srgbClr val="CBD1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  <a:latin typeface="Arial"/>
              </a:defRPr>
            </a:pPr>
            <a:r>
              <a:t>L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83096" y="3401568"/>
            <a:ext cx="2148840" cy="320040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l">
              <a:defRPr sz="1000" b="1">
                <a:solidFill>
                  <a:srgbClr val="000000"/>
                </a:solidFill>
                <a:latin typeface="Arial"/>
              </a:defRPr>
            </a:pPr>
            <a:r>
              <a:t>{{pestel_5_title}}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071616" y="3813048"/>
            <a:ext cx="2560320" cy="1828800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l">
              <a:defRPr sz="800" b="0">
                <a:solidFill>
                  <a:srgbClr val="000000"/>
                </a:solidFill>
                <a:latin typeface="Arial"/>
              </a:defRPr>
            </a:pPr>
            <a:r>
              <a:t>{{pestel_5_content}}</a:t>
            </a:r>
          </a:p>
        </p:txBody>
      </p:sp>
      <p:sp>
        <p:nvSpPr>
          <p:cNvPr id="38" name="Rectangle 37"/>
          <p:cNvSpPr/>
          <p:nvPr/>
        </p:nvSpPr>
        <p:spPr>
          <a:xfrm>
            <a:off x="274320" y="5760720"/>
            <a:ext cx="8595360" cy="45720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274320" y="5760720"/>
            <a:ext cx="54864" cy="457200"/>
          </a:xfrm>
          <a:prstGeom prst="rect">
            <a:avLst/>
          </a:prstGeom>
          <a:solidFill>
            <a:srgbClr val="FD51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57200" y="5806440"/>
            <a:ext cx="8229600" cy="365760"/>
          </a:xfrm>
          <a:prstGeom prst="rect">
            <a:avLst/>
          </a:prstGeom>
          <a:noFill/>
        </p:spPr>
        <p:txBody>
          <a:bodyPr wrap="square" anchor="ctr" lIns="54864" rIns="54864" tIns="27432" bIns="27432">
            <a:spAutoFit/>
          </a:bodyPr>
          <a:lstStyle/>
          <a:p>
            <a:pPr algn="l">
              <a:defRPr sz="900" b="1">
                <a:solidFill>
                  <a:srgbClr val="FFFFFF"/>
                </a:solidFill>
                <a:latin typeface="Arial"/>
              </a:defRPr>
            </a:pPr>
            <a:r>
              <a:t>{{takeaway}}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6576" cy="502920"/>
          </a:xfrm>
          <a:prstGeom prst="rect">
            <a:avLst/>
          </a:prstGeom>
          <a:solidFill>
            <a:srgbClr val="FD51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" y="73152"/>
            <a:ext cx="5943600" cy="365760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Georgia"/>
              </a:defRPr>
            </a:pPr>
            <a:r>
              <a:t>{{title}}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0" y="109728"/>
            <a:ext cx="2743200" cy="274320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r">
              <a:defRPr sz="700" b="0">
                <a:solidFill>
                  <a:srgbClr val="CBD1D6"/>
                </a:solidFill>
                <a:latin typeface="Arial"/>
              </a:defRPr>
            </a:pPr>
            <a:r>
              <a:t>{{breadcrumb}}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6537960"/>
            <a:ext cx="8595360" cy="4572"/>
          </a:xfrm>
          <a:prstGeom prst="rect">
            <a:avLst/>
          </a:prstGeom>
          <a:solidFill>
            <a:srgbClr val="DDDD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6583680"/>
            <a:ext cx="4572000" cy="182880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l">
              <a:defRPr sz="600" b="0">
                <a:solidFill>
                  <a:srgbClr val="A1A8B3"/>
                </a:solidFill>
                <a:latin typeface="Arial"/>
              </a:defRPr>
            </a:pPr>
            <a:r>
              <a:t>Strictly Private and Confidential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685800"/>
            <a:ext cx="731520" cy="68580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74320" y="685800"/>
            <a:ext cx="731520" cy="685800"/>
          </a:xfrm>
          <a:prstGeom prst="rect">
            <a:avLst/>
          </a:prstGeom>
          <a:noFill/>
        </p:spPr>
        <p:txBody>
          <a:bodyPr wrap="square" anchor="ctr" lIns="54864" rIns="54864" tIns="27432" bIns="27432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Arial"/>
              </a:defRPr>
            </a:pPr>
            <a:r>
              <a:t>S</a:t>
            </a:r>
          </a:p>
        </p:txBody>
      </p:sp>
      <p:sp>
        <p:nvSpPr>
          <p:cNvPr id="10" name="Rectangle 9"/>
          <p:cNvSpPr/>
          <p:nvPr/>
        </p:nvSpPr>
        <p:spPr>
          <a:xfrm>
            <a:off x="1051560" y="685800"/>
            <a:ext cx="7818120" cy="685800"/>
          </a:xfrm>
          <a:prstGeom prst="rect">
            <a:avLst/>
          </a:prstGeom>
          <a:solidFill>
            <a:srgbClr val="F2F2F2"/>
          </a:solidFill>
          <a:ln w="6350">
            <a:solidFill>
              <a:srgbClr val="DDDD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43000" y="731520"/>
            <a:ext cx="1371600" cy="274320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l">
              <a:defRPr sz="900" b="1">
                <a:solidFill>
                  <a:srgbClr val="000000"/>
                </a:solidFill>
                <a:latin typeface="Arial"/>
              </a:defRPr>
            </a:pPr>
            <a:r>
              <a:t>Situation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43000" y="1005840"/>
            <a:ext cx="7589520" cy="274320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l">
              <a:defRPr sz="900" b="0">
                <a:solidFill>
                  <a:srgbClr val="000000"/>
                </a:solidFill>
                <a:latin typeface="Arial"/>
              </a:defRPr>
            </a:pPr>
            <a:r>
              <a:t>{{s_content}}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74320" y="1444752"/>
            <a:ext cx="731520" cy="685800"/>
          </a:xfrm>
          <a:prstGeom prst="rect">
            <a:avLst/>
          </a:prstGeom>
          <a:solidFill>
            <a:srgbClr val="A1A8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74320" y="1444752"/>
            <a:ext cx="731520" cy="685800"/>
          </a:xfrm>
          <a:prstGeom prst="rect">
            <a:avLst/>
          </a:prstGeom>
          <a:noFill/>
        </p:spPr>
        <p:txBody>
          <a:bodyPr wrap="square" anchor="ctr" lIns="54864" rIns="54864" tIns="27432" bIns="27432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Arial"/>
              </a:defRPr>
            </a:pPr>
            <a:r>
              <a:t>C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051560" y="1444752"/>
            <a:ext cx="7818120" cy="685800"/>
          </a:xfrm>
          <a:prstGeom prst="rect">
            <a:avLst/>
          </a:prstGeom>
          <a:solidFill>
            <a:srgbClr val="FFF3EB"/>
          </a:solidFill>
          <a:ln w="6350">
            <a:solidFill>
              <a:srgbClr val="DDDD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43000" y="1490472"/>
            <a:ext cx="1371600" cy="274320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l">
              <a:defRPr sz="900" b="1">
                <a:solidFill>
                  <a:srgbClr val="FD5108"/>
                </a:solidFill>
                <a:latin typeface="Arial"/>
              </a:defRPr>
            </a:pPr>
            <a:r>
              <a:t>Complication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43000" y="1764792"/>
            <a:ext cx="7589520" cy="274320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l">
              <a:defRPr sz="900" b="0">
                <a:solidFill>
                  <a:srgbClr val="000000"/>
                </a:solidFill>
                <a:latin typeface="Arial"/>
              </a:defRPr>
            </a:pPr>
            <a:r>
              <a:t>{{c_content}}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4320" y="2203704"/>
            <a:ext cx="731520" cy="3200400"/>
          </a:xfrm>
          <a:prstGeom prst="rect">
            <a:avLst/>
          </a:prstGeom>
          <a:solidFill>
            <a:srgbClr val="FD51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74320" y="2203704"/>
            <a:ext cx="731520" cy="3200400"/>
          </a:xfrm>
          <a:prstGeom prst="rect">
            <a:avLst/>
          </a:prstGeom>
          <a:noFill/>
        </p:spPr>
        <p:txBody>
          <a:bodyPr wrap="square" anchor="ctr" lIns="54864" rIns="54864" tIns="27432" bIns="27432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Arial"/>
              </a:defRPr>
            </a:pPr>
            <a:r>
              <a:t>R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051560" y="2203704"/>
            <a:ext cx="7818120" cy="320040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143000" y="2249424"/>
            <a:ext cx="1371600" cy="274320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l">
              <a:defRPr sz="900" b="1">
                <a:solidFill>
                  <a:srgbClr val="000000"/>
                </a:solidFill>
                <a:latin typeface="Arial"/>
              </a:defRPr>
            </a:pPr>
            <a:r>
              <a:t>Resolution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43000" y="2523744"/>
            <a:ext cx="7589520" cy="2788920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l">
              <a:defRPr sz="900" b="0">
                <a:solidFill>
                  <a:srgbClr val="000000"/>
                </a:solidFill>
                <a:latin typeface="Arial"/>
              </a:defRPr>
            </a:pPr>
            <a:r>
              <a:t>{{r_content}}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74320" y="5943600"/>
            <a:ext cx="8595360" cy="45720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274320" y="5943600"/>
            <a:ext cx="54864" cy="457200"/>
          </a:xfrm>
          <a:prstGeom prst="rect">
            <a:avLst/>
          </a:prstGeom>
          <a:solidFill>
            <a:srgbClr val="FD51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57200" y="5989320"/>
            <a:ext cx="8229600" cy="365760"/>
          </a:xfrm>
          <a:prstGeom prst="rect">
            <a:avLst/>
          </a:prstGeom>
          <a:noFill/>
        </p:spPr>
        <p:txBody>
          <a:bodyPr wrap="square" anchor="ctr" lIns="54864" rIns="54864" tIns="27432" bIns="27432">
            <a:spAutoFit/>
          </a:bodyPr>
          <a:lstStyle/>
          <a:p>
            <a:pPr algn="l">
              <a:defRPr sz="900" b="1">
                <a:solidFill>
                  <a:srgbClr val="FFFFFF"/>
                </a:solidFill>
                <a:latin typeface="Arial"/>
              </a:defRPr>
            </a:pPr>
            <a:r>
              <a:t>{{takeaway}}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6576" cy="502920"/>
          </a:xfrm>
          <a:prstGeom prst="rect">
            <a:avLst/>
          </a:prstGeom>
          <a:solidFill>
            <a:srgbClr val="FD51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" y="73152"/>
            <a:ext cx="5943600" cy="365760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Georgia"/>
              </a:defRPr>
            </a:pPr>
            <a:r>
              <a:t>{{title}}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0" y="109728"/>
            <a:ext cx="2743200" cy="274320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r">
              <a:defRPr sz="700" b="0">
                <a:solidFill>
                  <a:srgbClr val="CBD1D6"/>
                </a:solidFill>
                <a:latin typeface="Arial"/>
              </a:defRPr>
            </a:pPr>
            <a:r>
              <a:t>{{breadcrumb}}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6537960"/>
            <a:ext cx="8595360" cy="4572"/>
          </a:xfrm>
          <a:prstGeom prst="rect">
            <a:avLst/>
          </a:prstGeom>
          <a:solidFill>
            <a:srgbClr val="DDDD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6583680"/>
            <a:ext cx="4572000" cy="182880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l">
              <a:defRPr sz="600" b="0">
                <a:solidFill>
                  <a:srgbClr val="A1A8B3"/>
                </a:solidFill>
                <a:latin typeface="Arial"/>
              </a:defRPr>
            </a:pPr>
            <a:r>
              <a:t>Strictly Private and Confidential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685800"/>
            <a:ext cx="2560320" cy="32004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704088"/>
            <a:ext cx="2377439" cy="283464"/>
          </a:xfrm>
          <a:prstGeom prst="rect">
            <a:avLst/>
          </a:prstGeom>
          <a:noFill/>
        </p:spPr>
        <p:txBody>
          <a:bodyPr wrap="square" anchor="ctr" lIns="54864" rIns="54864" tIns="27432" bIns="27432">
            <a:spAutoFit/>
          </a:bodyPr>
          <a:lstStyle/>
          <a:p>
            <a:pPr algn="l">
              <a:defRPr sz="900" b="1">
                <a:solidFill>
                  <a:srgbClr val="FFFFFF"/>
                </a:solidFill>
                <a:latin typeface="Arial"/>
              </a:defRPr>
            </a:pPr>
            <a:r>
              <a:t>{{left_header}}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" y="1005840"/>
            <a:ext cx="2560320" cy="4389120"/>
          </a:xfrm>
          <a:prstGeom prst="rect">
            <a:avLst/>
          </a:prstGeom>
          <a:solidFill>
            <a:srgbClr val="F2F2F2"/>
          </a:solidFill>
          <a:ln w="6350">
            <a:solidFill>
              <a:srgbClr val="DDDD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411480" y="1097280"/>
            <a:ext cx="256032" cy="256032"/>
          </a:xfrm>
          <a:prstGeom prst="ellipse">
            <a:avLst/>
          </a:prstGeom>
          <a:solidFill>
            <a:srgbClr val="FD51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FFFFF"/>
                </a:solidFill>
                <a:latin typeface="Arial"/>
              </a:defRPr>
            </a:pPr>
            <a:r>
              <a:t>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1097280"/>
            <a:ext cx="1965960" cy="731520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l">
              <a:defRPr sz="800" b="0">
                <a:solidFill>
                  <a:srgbClr val="000000"/>
                </a:solidFill>
                <a:latin typeface="Arial"/>
              </a:defRPr>
            </a:pPr>
            <a:r>
              <a:t>{{left_item_0}}</a:t>
            </a:r>
          </a:p>
        </p:txBody>
      </p:sp>
      <p:sp>
        <p:nvSpPr>
          <p:cNvPr id="13" name="Oval 12"/>
          <p:cNvSpPr/>
          <p:nvPr/>
        </p:nvSpPr>
        <p:spPr>
          <a:xfrm>
            <a:off x="411480" y="1920240"/>
            <a:ext cx="256032" cy="256032"/>
          </a:xfrm>
          <a:prstGeom prst="ellipse">
            <a:avLst/>
          </a:prstGeom>
          <a:solidFill>
            <a:srgbClr val="FD51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FFFFF"/>
                </a:solidFill>
                <a:latin typeface="Arial"/>
              </a:defRPr>
            </a:pPr>
            <a: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1920240"/>
            <a:ext cx="1965960" cy="731520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l">
              <a:defRPr sz="800" b="0">
                <a:solidFill>
                  <a:srgbClr val="000000"/>
                </a:solidFill>
                <a:latin typeface="Arial"/>
              </a:defRPr>
            </a:pPr>
            <a:r>
              <a:t>{{left_item_1}}</a:t>
            </a:r>
          </a:p>
        </p:txBody>
      </p:sp>
      <p:sp>
        <p:nvSpPr>
          <p:cNvPr id="15" name="Oval 14"/>
          <p:cNvSpPr/>
          <p:nvPr/>
        </p:nvSpPr>
        <p:spPr>
          <a:xfrm>
            <a:off x="411480" y="2743200"/>
            <a:ext cx="256032" cy="256032"/>
          </a:xfrm>
          <a:prstGeom prst="ellipse">
            <a:avLst/>
          </a:prstGeom>
          <a:solidFill>
            <a:srgbClr val="A1A8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FFFFF"/>
                </a:solidFill>
                <a:latin typeface="Arial"/>
              </a:defRPr>
            </a:pPr>
            <a: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2743200"/>
            <a:ext cx="1965960" cy="731520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l">
              <a:defRPr sz="800" b="0">
                <a:solidFill>
                  <a:srgbClr val="000000"/>
                </a:solidFill>
                <a:latin typeface="Arial"/>
              </a:defRPr>
            </a:pPr>
            <a:r>
              <a:t>{{left_item_2}}</a:t>
            </a:r>
          </a:p>
        </p:txBody>
      </p:sp>
      <p:sp>
        <p:nvSpPr>
          <p:cNvPr id="17" name="Oval 16"/>
          <p:cNvSpPr/>
          <p:nvPr/>
        </p:nvSpPr>
        <p:spPr>
          <a:xfrm>
            <a:off x="411480" y="3566160"/>
            <a:ext cx="256032" cy="256032"/>
          </a:xfrm>
          <a:prstGeom prst="ellipse">
            <a:avLst/>
          </a:prstGeom>
          <a:solidFill>
            <a:srgbClr val="A1A8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FFFFF"/>
                </a:solidFill>
                <a:latin typeface="Arial"/>
              </a:defRPr>
            </a:pPr>
            <a:r>
              <a:t>04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" y="3566160"/>
            <a:ext cx="1965960" cy="731520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l">
              <a:defRPr sz="800" b="0">
                <a:solidFill>
                  <a:srgbClr val="000000"/>
                </a:solidFill>
                <a:latin typeface="Arial"/>
              </a:defRPr>
            </a:pPr>
            <a:r>
              <a:t>{{left_item_3}}</a:t>
            </a:r>
          </a:p>
        </p:txBody>
      </p:sp>
      <p:sp>
        <p:nvSpPr>
          <p:cNvPr id="19" name="Oval 18"/>
          <p:cNvSpPr/>
          <p:nvPr/>
        </p:nvSpPr>
        <p:spPr>
          <a:xfrm>
            <a:off x="411480" y="4389120"/>
            <a:ext cx="256032" cy="256032"/>
          </a:xfrm>
          <a:prstGeom prst="ellipse">
            <a:avLst/>
          </a:prstGeom>
          <a:solidFill>
            <a:srgbClr val="A1A8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FFFFF"/>
                </a:solidFill>
                <a:latin typeface="Arial"/>
              </a:defRPr>
            </a:pPr>
            <a:r>
              <a:t>05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40" y="4389120"/>
            <a:ext cx="1965960" cy="731520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l">
              <a:defRPr sz="800" b="0">
                <a:solidFill>
                  <a:srgbClr val="000000"/>
                </a:solidFill>
                <a:latin typeface="Arial"/>
              </a:defRPr>
            </a:pPr>
            <a:r>
              <a:t>{{left_item_4}}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017520" y="685800"/>
            <a:ext cx="5852160" cy="320040"/>
          </a:xfrm>
          <a:prstGeom prst="rect">
            <a:avLst/>
          </a:prstGeom>
          <a:solidFill>
            <a:srgbClr val="FD51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108960" y="704088"/>
            <a:ext cx="5669280" cy="283464"/>
          </a:xfrm>
          <a:prstGeom prst="rect">
            <a:avLst/>
          </a:prstGeom>
          <a:noFill/>
        </p:spPr>
        <p:txBody>
          <a:bodyPr wrap="square" anchor="ctr" lIns="54864" rIns="54864" tIns="27432" bIns="27432">
            <a:spAutoFit/>
          </a:bodyPr>
          <a:lstStyle/>
          <a:p>
            <a:pPr algn="l">
              <a:defRPr sz="900" b="1">
                <a:solidFill>
                  <a:srgbClr val="FFFFFF"/>
                </a:solidFill>
                <a:latin typeface="Arial"/>
              </a:defRPr>
            </a:pPr>
            <a:r>
              <a:t>{{right_header}}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017520" y="1005840"/>
            <a:ext cx="5852160" cy="438912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108960" y="1097280"/>
            <a:ext cx="5669280" cy="4206240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l">
              <a:defRPr sz="800" b="0">
                <a:solidFill>
                  <a:srgbClr val="000000"/>
                </a:solidFill>
                <a:latin typeface="Arial"/>
              </a:defRPr>
            </a:pPr>
            <a:r>
              <a:t>{{right_content}}</a:t>
            </a:r>
          </a:p>
        </p:txBody>
      </p:sp>
      <p:sp>
        <p:nvSpPr>
          <p:cNvPr id="25" name="Oval 24"/>
          <p:cNvSpPr/>
          <p:nvPr/>
        </p:nvSpPr>
        <p:spPr>
          <a:xfrm>
            <a:off x="274320" y="5577840"/>
            <a:ext cx="274320" cy="274320"/>
          </a:xfrm>
          <a:prstGeom prst="ellipse">
            <a:avLst/>
          </a:prstGeom>
          <a:solidFill>
            <a:srgbClr val="FD51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  <a:latin typeface="Arial"/>
              </a:defRPr>
            </a:pPr>
            <a:r>
              <a:t>01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" y="5577840"/>
            <a:ext cx="2377440" cy="274320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l">
              <a:defRPr sz="800" b="1">
                <a:solidFill>
                  <a:srgbClr val="000000"/>
                </a:solidFill>
                <a:latin typeface="Arial"/>
              </a:defRPr>
            </a:pPr>
            <a:r>
              <a:t>{{bottom_item_0}}</a:t>
            </a:r>
          </a:p>
        </p:txBody>
      </p:sp>
      <p:sp>
        <p:nvSpPr>
          <p:cNvPr id="27" name="Oval 26"/>
          <p:cNvSpPr/>
          <p:nvPr/>
        </p:nvSpPr>
        <p:spPr>
          <a:xfrm>
            <a:off x="3200400" y="5577840"/>
            <a:ext cx="274320" cy="274320"/>
          </a:xfrm>
          <a:prstGeom prst="ellipse">
            <a:avLst/>
          </a:prstGeom>
          <a:solidFill>
            <a:srgbClr val="FD51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  <a:latin typeface="Arial"/>
              </a:defRPr>
            </a:pPr>
            <a:r>
              <a:t>02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566160" y="5577840"/>
            <a:ext cx="2377440" cy="274320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l">
              <a:defRPr sz="800" b="1">
                <a:solidFill>
                  <a:srgbClr val="000000"/>
                </a:solidFill>
                <a:latin typeface="Arial"/>
              </a:defRPr>
            </a:pPr>
            <a:r>
              <a:t>{{bottom_item_1}}</a:t>
            </a:r>
          </a:p>
        </p:txBody>
      </p:sp>
      <p:sp>
        <p:nvSpPr>
          <p:cNvPr id="29" name="Oval 28"/>
          <p:cNvSpPr/>
          <p:nvPr/>
        </p:nvSpPr>
        <p:spPr>
          <a:xfrm>
            <a:off x="6126480" y="5577840"/>
            <a:ext cx="274320" cy="274320"/>
          </a:xfrm>
          <a:prstGeom prst="ellipse">
            <a:avLst/>
          </a:prstGeom>
          <a:solidFill>
            <a:srgbClr val="FD51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  <a:latin typeface="Arial"/>
              </a:defRPr>
            </a:pPr>
            <a:r>
              <a:t>03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92240" y="5577840"/>
            <a:ext cx="2377440" cy="274320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l">
              <a:defRPr sz="800" b="1">
                <a:solidFill>
                  <a:srgbClr val="000000"/>
                </a:solidFill>
                <a:latin typeface="Arial"/>
              </a:defRPr>
            </a:pPr>
            <a:r>
              <a:t>{{bottom_item_2}}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74320" y="5943600"/>
            <a:ext cx="8595360" cy="45720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274320" y="5943600"/>
            <a:ext cx="54864" cy="457200"/>
          </a:xfrm>
          <a:prstGeom prst="rect">
            <a:avLst/>
          </a:prstGeom>
          <a:solidFill>
            <a:srgbClr val="FD51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57200" y="5989320"/>
            <a:ext cx="8229600" cy="365760"/>
          </a:xfrm>
          <a:prstGeom prst="rect">
            <a:avLst/>
          </a:prstGeom>
          <a:noFill/>
        </p:spPr>
        <p:txBody>
          <a:bodyPr wrap="square" anchor="ctr" lIns="54864" rIns="54864" tIns="27432" bIns="27432">
            <a:spAutoFit/>
          </a:bodyPr>
          <a:lstStyle/>
          <a:p>
            <a:pPr algn="l">
              <a:defRPr sz="900" b="1">
                <a:solidFill>
                  <a:srgbClr val="FFFFFF"/>
                </a:solidFill>
                <a:latin typeface="Arial"/>
              </a:defRPr>
            </a:pPr>
            <a:r>
              <a:t>{{takeaway}}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6576" cy="502920"/>
          </a:xfrm>
          <a:prstGeom prst="rect">
            <a:avLst/>
          </a:prstGeom>
          <a:solidFill>
            <a:srgbClr val="FD51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" y="73152"/>
            <a:ext cx="5943600" cy="365760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Georgia"/>
              </a:defRPr>
            </a:pPr>
            <a:r>
              <a:t>{{title}}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0" y="109728"/>
            <a:ext cx="2743200" cy="274320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r">
              <a:defRPr sz="700" b="0">
                <a:solidFill>
                  <a:srgbClr val="CBD1D6"/>
                </a:solidFill>
                <a:latin typeface="Arial"/>
              </a:defRPr>
            </a:pPr>
            <a:r>
              <a:t>{{breadcrumb}}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6537960"/>
            <a:ext cx="8595360" cy="4572"/>
          </a:xfrm>
          <a:prstGeom prst="rect">
            <a:avLst/>
          </a:prstGeom>
          <a:solidFill>
            <a:srgbClr val="DDDD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6583680"/>
            <a:ext cx="4572000" cy="182880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l">
              <a:defRPr sz="600" b="0">
                <a:solidFill>
                  <a:srgbClr val="A1A8B3"/>
                </a:solidFill>
                <a:latin typeface="Arial"/>
              </a:defRPr>
            </a:pPr>
            <a:r>
              <a:t>Strictly Private and Confidential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0" y="2560320"/>
            <a:ext cx="2743200" cy="1097280"/>
          </a:xfrm>
          <a:prstGeom prst="rect">
            <a:avLst/>
          </a:prstGeom>
          <a:solidFill>
            <a:srgbClr val="FD51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291840" y="2606040"/>
            <a:ext cx="2560320" cy="1005840"/>
          </a:xfrm>
          <a:prstGeom prst="rect">
            <a:avLst/>
          </a:prstGeom>
          <a:noFill/>
        </p:spPr>
        <p:txBody>
          <a:bodyPr wrap="square" anchor="ctr" lIns="54864" rIns="54864" tIns="27432" bIns="27432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rial"/>
              </a:defRPr>
            </a:pPr>
            <a:r>
              <a:t>{{center}}</a:t>
            </a:r>
            <a:br/>
            <a:r>
              <a:t>Industry Rivalry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00400" y="777240"/>
            <a:ext cx="2743200" cy="109728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200400" y="777240"/>
            <a:ext cx="2743200" cy="45720"/>
          </a:xfrm>
          <a:prstGeom prst="rect">
            <a:avLst/>
          </a:prstGeom>
          <a:solidFill>
            <a:srgbClr val="FE7C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91840" y="868680"/>
            <a:ext cx="2560320" cy="320040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ctr">
              <a:defRPr sz="800" b="1">
                <a:solidFill>
                  <a:srgbClr val="000000"/>
                </a:solidFill>
                <a:latin typeface="Arial"/>
              </a:defRPr>
            </a:pPr>
            <a:r>
              <a:t>Threat of</a:t>
            </a:r>
            <a:br/>
            <a:r>
              <a:t>New Entrants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91840" y="1234440"/>
            <a:ext cx="2560320" cy="548640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l">
              <a:defRPr sz="700" b="0">
                <a:solidFill>
                  <a:srgbClr val="000000"/>
                </a:solidFill>
                <a:latin typeface="Arial"/>
              </a:defRPr>
            </a:pPr>
            <a:r>
              <a:t>{{force_top}}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200400" y="4114800"/>
            <a:ext cx="2743200" cy="109728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200400" y="4114800"/>
            <a:ext cx="2743200" cy="45720"/>
          </a:xfrm>
          <a:prstGeom prst="rect">
            <a:avLst/>
          </a:prstGeom>
          <a:solidFill>
            <a:srgbClr val="FE7C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291840" y="4206240"/>
            <a:ext cx="2560320" cy="320040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ctr">
              <a:defRPr sz="800" b="1">
                <a:solidFill>
                  <a:srgbClr val="000000"/>
                </a:solidFill>
                <a:latin typeface="Arial"/>
              </a:defRPr>
            </a:pPr>
            <a:r>
              <a:t>Threat of</a:t>
            </a:r>
            <a:br/>
            <a:r>
              <a:t>Substitutes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91840" y="4572000"/>
            <a:ext cx="2560320" cy="548640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l">
              <a:defRPr sz="700" b="0">
                <a:solidFill>
                  <a:srgbClr val="000000"/>
                </a:solidFill>
                <a:latin typeface="Arial"/>
              </a:defRPr>
            </a:pPr>
            <a:r>
              <a:t>{{force_bottom}}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4320" y="2560320"/>
            <a:ext cx="2743200" cy="109728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274320" y="2560320"/>
            <a:ext cx="2743200" cy="45720"/>
          </a:xfrm>
          <a:prstGeom prst="rect">
            <a:avLst/>
          </a:prstGeom>
          <a:solidFill>
            <a:srgbClr val="FE7C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65760" y="2651760"/>
            <a:ext cx="2560320" cy="320040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ctr">
              <a:defRPr sz="800" b="1">
                <a:solidFill>
                  <a:srgbClr val="000000"/>
                </a:solidFill>
                <a:latin typeface="Arial"/>
              </a:defRPr>
            </a:pPr>
            <a:r>
              <a:t>Supplier</a:t>
            </a:r>
            <a:br/>
            <a:r>
              <a:t>Power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5760" y="3017520"/>
            <a:ext cx="2560320" cy="548640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l">
              <a:defRPr sz="700" b="0">
                <a:solidFill>
                  <a:srgbClr val="000000"/>
                </a:solidFill>
                <a:latin typeface="Arial"/>
              </a:defRPr>
            </a:pPr>
            <a:r>
              <a:t>{{force_left}}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126480" y="2560320"/>
            <a:ext cx="2743200" cy="109728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126480" y="2560320"/>
            <a:ext cx="2743200" cy="45720"/>
          </a:xfrm>
          <a:prstGeom prst="rect">
            <a:avLst/>
          </a:prstGeom>
          <a:solidFill>
            <a:srgbClr val="FE7C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217920" y="2651760"/>
            <a:ext cx="2560320" cy="320040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ctr">
              <a:defRPr sz="800" b="1">
                <a:solidFill>
                  <a:srgbClr val="000000"/>
                </a:solidFill>
                <a:latin typeface="Arial"/>
              </a:defRPr>
            </a:pPr>
            <a:r>
              <a:t>Buyer</a:t>
            </a:r>
            <a:br/>
            <a:r>
              <a:t>Power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17920" y="3017520"/>
            <a:ext cx="2560320" cy="548640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l">
              <a:defRPr sz="700" b="0">
                <a:solidFill>
                  <a:srgbClr val="000000"/>
                </a:solidFill>
                <a:latin typeface="Arial"/>
              </a:defRPr>
            </a:pPr>
            <a:r>
              <a:t>{{force_right}}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297680" y="2011680"/>
            <a:ext cx="457200" cy="457200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ctr">
              <a:defRPr sz="1400" b="0">
                <a:solidFill>
                  <a:srgbClr val="A1A8B3"/>
                </a:solidFill>
                <a:latin typeface="Arial"/>
              </a:defRPr>
            </a:pPr>
            <a:r>
              <a:t>▲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297680" y="3749039"/>
            <a:ext cx="457200" cy="457200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ctr">
              <a:defRPr sz="1400" b="0">
                <a:solidFill>
                  <a:srgbClr val="A1A8B3"/>
                </a:solidFill>
                <a:latin typeface="Arial"/>
              </a:defRPr>
            </a:pPr>
            <a:r>
              <a:t>▼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560320" y="2926080"/>
            <a:ext cx="457200" cy="457200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ctr">
              <a:defRPr sz="1400" b="0">
                <a:solidFill>
                  <a:srgbClr val="A1A8B3"/>
                </a:solidFill>
                <a:latin typeface="Arial"/>
              </a:defRPr>
            </a:pPr>
            <a:r>
              <a:t>◀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943600" y="2926080"/>
            <a:ext cx="457200" cy="457200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ctr">
              <a:defRPr sz="1400" b="0">
                <a:solidFill>
                  <a:srgbClr val="A1A8B3"/>
                </a:solidFill>
                <a:latin typeface="Arial"/>
              </a:defRPr>
            </a:pPr>
            <a:r>
              <a:t>▶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74320" y="5943600"/>
            <a:ext cx="8595360" cy="45720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274320" y="5943600"/>
            <a:ext cx="54864" cy="457200"/>
          </a:xfrm>
          <a:prstGeom prst="rect">
            <a:avLst/>
          </a:prstGeom>
          <a:solidFill>
            <a:srgbClr val="FD51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57200" y="5989320"/>
            <a:ext cx="8229600" cy="365760"/>
          </a:xfrm>
          <a:prstGeom prst="rect">
            <a:avLst/>
          </a:prstGeom>
          <a:noFill/>
        </p:spPr>
        <p:txBody>
          <a:bodyPr wrap="square" anchor="ctr" lIns="54864" rIns="54864" tIns="27432" bIns="27432">
            <a:spAutoFit/>
          </a:bodyPr>
          <a:lstStyle/>
          <a:p>
            <a:pPr algn="l">
              <a:defRPr sz="900" b="1">
                <a:solidFill>
                  <a:srgbClr val="FFFFFF"/>
                </a:solidFill>
                <a:latin typeface="Arial"/>
              </a:defRPr>
            </a:pPr>
            <a:r>
              <a:t>{{takeaway}}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6576" cy="502920"/>
          </a:xfrm>
          <a:prstGeom prst="rect">
            <a:avLst/>
          </a:prstGeom>
          <a:solidFill>
            <a:srgbClr val="FD51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" y="73152"/>
            <a:ext cx="5943600" cy="365760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Georgia"/>
              </a:defRPr>
            </a:pPr>
            <a:r>
              <a:t>{{title}}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0" y="109728"/>
            <a:ext cx="2743200" cy="274320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r">
              <a:defRPr sz="700" b="0">
                <a:solidFill>
                  <a:srgbClr val="CBD1D6"/>
                </a:solidFill>
                <a:latin typeface="Arial"/>
              </a:defRPr>
            </a:pPr>
            <a:r>
              <a:t>{{breadcrumb}}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6537960"/>
            <a:ext cx="8595360" cy="4572"/>
          </a:xfrm>
          <a:prstGeom prst="rect">
            <a:avLst/>
          </a:prstGeom>
          <a:solidFill>
            <a:srgbClr val="DDDD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6583680"/>
            <a:ext cx="4572000" cy="182880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l">
              <a:defRPr sz="600" b="0">
                <a:solidFill>
                  <a:srgbClr val="A1A8B3"/>
                </a:solidFill>
                <a:latin typeface="Arial"/>
              </a:defRPr>
            </a:pPr>
            <a:r>
              <a:t>Strictly Private and Confidential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685800"/>
            <a:ext cx="1554480" cy="1828800"/>
          </a:xfrm>
          <a:prstGeom prst="rect">
            <a:avLst/>
          </a:prstGeom>
          <a:solidFill>
            <a:srgbClr val="FD51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777240"/>
            <a:ext cx="1371600" cy="365760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ctr">
              <a:defRPr sz="800" b="1">
                <a:solidFill>
                  <a:srgbClr val="FFFFFF"/>
                </a:solidFill>
                <a:latin typeface="Arial"/>
              </a:defRPr>
            </a:pPr>
            <a:r>
              <a:t>{{primary_1}}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1188720"/>
            <a:ext cx="1371600" cy="1188720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l">
              <a:defRPr sz="700" b="0">
                <a:solidFill>
                  <a:srgbClr val="FFFFFF"/>
                </a:solidFill>
                <a:latin typeface="Arial"/>
              </a:defRPr>
            </a:pPr>
            <a:r>
              <a:t>{{detail_0}}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874519" y="685800"/>
            <a:ext cx="1554480" cy="1828800"/>
          </a:xfrm>
          <a:prstGeom prst="rect">
            <a:avLst/>
          </a:prstGeom>
          <a:solidFill>
            <a:srgbClr val="FE7C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965960" y="777240"/>
            <a:ext cx="1371600" cy="365760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ctr">
              <a:defRPr sz="800" b="1">
                <a:solidFill>
                  <a:srgbClr val="FFFFFF"/>
                </a:solidFill>
                <a:latin typeface="Arial"/>
              </a:defRPr>
            </a:pPr>
            <a:r>
              <a:t>{{primary_2}}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965960" y="1188720"/>
            <a:ext cx="1371600" cy="1188720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l">
              <a:defRPr sz="700" b="0">
                <a:solidFill>
                  <a:srgbClr val="FFFFFF"/>
                </a:solidFill>
                <a:latin typeface="Arial"/>
              </a:defRPr>
            </a:pPr>
            <a:r>
              <a:t>{{detail_1}}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474720" y="685800"/>
            <a:ext cx="1554480" cy="1828800"/>
          </a:xfrm>
          <a:prstGeom prst="rect">
            <a:avLst/>
          </a:prstGeom>
          <a:solidFill>
            <a:srgbClr val="FFAA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566160" y="777240"/>
            <a:ext cx="1371600" cy="365760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ctr">
              <a:defRPr sz="800" b="1">
                <a:solidFill>
                  <a:srgbClr val="FFFFFF"/>
                </a:solidFill>
                <a:latin typeface="Arial"/>
              </a:defRPr>
            </a:pPr>
            <a:r>
              <a:t>{{primary_3}}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66160" y="1188720"/>
            <a:ext cx="1371600" cy="1188720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l">
              <a:defRPr sz="700" b="0">
                <a:solidFill>
                  <a:srgbClr val="000000"/>
                </a:solidFill>
                <a:latin typeface="Arial"/>
              </a:defRPr>
            </a:pPr>
            <a:r>
              <a:t>{{detail_2}}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74920" y="685800"/>
            <a:ext cx="1554480" cy="1828800"/>
          </a:xfrm>
          <a:prstGeom prst="rect">
            <a:avLst/>
          </a:prstGeom>
          <a:solidFill>
            <a:srgbClr val="CBD1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166359" y="777240"/>
            <a:ext cx="1371600" cy="365760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ctr">
              <a:defRPr sz="800" b="1">
                <a:solidFill>
                  <a:srgbClr val="000000"/>
                </a:solidFill>
                <a:latin typeface="Arial"/>
              </a:defRPr>
            </a:pPr>
            <a:r>
              <a:t>{{primary_4}}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166359" y="1188720"/>
            <a:ext cx="1371600" cy="1188720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l">
              <a:defRPr sz="700" b="0">
                <a:solidFill>
                  <a:srgbClr val="000000"/>
                </a:solidFill>
                <a:latin typeface="Arial"/>
              </a:defRPr>
            </a:pPr>
            <a:r>
              <a:t>{{detail_3}}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675120" y="685800"/>
            <a:ext cx="1554480" cy="1828800"/>
          </a:xfrm>
          <a:prstGeom prst="rect">
            <a:avLst/>
          </a:prstGeom>
          <a:solidFill>
            <a:srgbClr val="A1A8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766559" y="777240"/>
            <a:ext cx="1371600" cy="365760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ctr">
              <a:defRPr sz="800" b="1">
                <a:solidFill>
                  <a:srgbClr val="000000"/>
                </a:solidFill>
                <a:latin typeface="Arial"/>
              </a:defRPr>
            </a:pPr>
            <a:r>
              <a:t>{{primary_5}}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766559" y="1188720"/>
            <a:ext cx="1371600" cy="1188720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l">
              <a:defRPr sz="700" b="0">
                <a:solidFill>
                  <a:srgbClr val="000000"/>
                </a:solidFill>
                <a:latin typeface="Arial"/>
              </a:defRPr>
            </a:pPr>
            <a:r>
              <a:t>{{detail_4}}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046720" y="685800"/>
            <a:ext cx="822960" cy="182880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092440" y="685800"/>
            <a:ext cx="731520" cy="1828800"/>
          </a:xfrm>
          <a:prstGeom prst="rect">
            <a:avLst/>
          </a:prstGeom>
          <a:noFill/>
        </p:spPr>
        <p:txBody>
          <a:bodyPr wrap="square" anchor="ctr" lIns="54864" rIns="54864" tIns="27432" bIns="27432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Arial"/>
              </a:defRPr>
            </a:pPr>
            <a:r>
              <a:t>Margin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74320" y="2743200"/>
            <a:ext cx="2103120" cy="731520"/>
          </a:xfrm>
          <a:prstGeom prst="rect">
            <a:avLst/>
          </a:prstGeom>
          <a:solidFill>
            <a:srgbClr val="F2F2F2"/>
          </a:solidFill>
          <a:ln w="6350">
            <a:solidFill>
              <a:srgbClr val="DDDD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65760" y="2788920"/>
            <a:ext cx="1920239" cy="640080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l">
              <a:defRPr sz="800" b="0">
                <a:solidFill>
                  <a:srgbClr val="000000"/>
                </a:solidFill>
                <a:latin typeface="Arial"/>
              </a:defRPr>
            </a:pPr>
            <a:r>
              <a:t>{{support_1}}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450591" y="2743200"/>
            <a:ext cx="2103120" cy="731520"/>
          </a:xfrm>
          <a:prstGeom prst="rect">
            <a:avLst/>
          </a:prstGeom>
          <a:solidFill>
            <a:srgbClr val="F2F2F2"/>
          </a:solidFill>
          <a:ln w="6350">
            <a:solidFill>
              <a:srgbClr val="DDDD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2542032" y="2788920"/>
            <a:ext cx="1920239" cy="640080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l">
              <a:defRPr sz="800" b="0">
                <a:solidFill>
                  <a:srgbClr val="000000"/>
                </a:solidFill>
                <a:latin typeface="Arial"/>
              </a:defRPr>
            </a:pPr>
            <a:r>
              <a:t>{{support_2}}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626864" y="2743200"/>
            <a:ext cx="2103120" cy="731520"/>
          </a:xfrm>
          <a:prstGeom prst="rect">
            <a:avLst/>
          </a:prstGeom>
          <a:solidFill>
            <a:srgbClr val="F2F2F2"/>
          </a:solidFill>
          <a:ln w="6350">
            <a:solidFill>
              <a:srgbClr val="DDDD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718303" y="2788920"/>
            <a:ext cx="1920239" cy="640080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l">
              <a:defRPr sz="800" b="0">
                <a:solidFill>
                  <a:srgbClr val="000000"/>
                </a:solidFill>
                <a:latin typeface="Arial"/>
              </a:defRPr>
            </a:pPr>
            <a:r>
              <a:t>{{support_3}}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803136" y="2743200"/>
            <a:ext cx="2103120" cy="731520"/>
          </a:xfrm>
          <a:prstGeom prst="rect">
            <a:avLst/>
          </a:prstGeom>
          <a:solidFill>
            <a:srgbClr val="F2F2F2"/>
          </a:solidFill>
          <a:ln w="6350">
            <a:solidFill>
              <a:srgbClr val="DDDD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894575" y="2788920"/>
            <a:ext cx="1920239" cy="640080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l">
              <a:defRPr sz="800" b="0">
                <a:solidFill>
                  <a:srgbClr val="000000"/>
                </a:solidFill>
                <a:latin typeface="Arial"/>
              </a:defRPr>
            </a:pPr>
            <a:r>
              <a:t>{{support_4}}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74320" y="3520440"/>
            <a:ext cx="8595360" cy="228600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l">
              <a:defRPr sz="700" b="0">
                <a:solidFill>
                  <a:srgbClr val="A1A8B3"/>
                </a:solidFill>
                <a:latin typeface="Arial"/>
              </a:defRPr>
            </a:pPr>
            <a:r>
              <a:t>Support Activities: Infrastructure, HR, Technology, Procurement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74320" y="3931920"/>
            <a:ext cx="8595360" cy="45720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274320" y="3931920"/>
            <a:ext cx="54864" cy="457200"/>
          </a:xfrm>
          <a:prstGeom prst="rect">
            <a:avLst/>
          </a:prstGeom>
          <a:solidFill>
            <a:srgbClr val="FD51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57200" y="3977639"/>
            <a:ext cx="8229600" cy="365760"/>
          </a:xfrm>
          <a:prstGeom prst="rect">
            <a:avLst/>
          </a:prstGeom>
          <a:noFill/>
        </p:spPr>
        <p:txBody>
          <a:bodyPr wrap="square" anchor="ctr" lIns="54864" rIns="54864" tIns="27432" bIns="27432">
            <a:spAutoFit/>
          </a:bodyPr>
          <a:lstStyle/>
          <a:p>
            <a:pPr algn="l">
              <a:defRPr sz="900" b="1">
                <a:solidFill>
                  <a:srgbClr val="FFFFFF"/>
                </a:solidFill>
                <a:latin typeface="Arial"/>
              </a:defRPr>
            </a:pPr>
            <a:r>
              <a:t>{{takeaway}}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6576" cy="502920"/>
          </a:xfrm>
          <a:prstGeom prst="rect">
            <a:avLst/>
          </a:prstGeom>
          <a:solidFill>
            <a:srgbClr val="FD51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" y="73152"/>
            <a:ext cx="5943600" cy="365760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Georgia"/>
              </a:defRPr>
            </a:pPr>
            <a:r>
              <a:t>{{title}}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0" y="109728"/>
            <a:ext cx="2743200" cy="274320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r">
              <a:defRPr sz="700" b="0">
                <a:solidFill>
                  <a:srgbClr val="CBD1D6"/>
                </a:solidFill>
                <a:latin typeface="Arial"/>
              </a:defRPr>
            </a:pPr>
            <a:r>
              <a:t>{{breadcrumb}}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6537960"/>
            <a:ext cx="8595360" cy="4572"/>
          </a:xfrm>
          <a:prstGeom prst="rect">
            <a:avLst/>
          </a:prstGeom>
          <a:solidFill>
            <a:srgbClr val="DDDD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6583680"/>
            <a:ext cx="4572000" cy="182880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l">
              <a:defRPr sz="600" b="0">
                <a:solidFill>
                  <a:srgbClr val="A1A8B3"/>
                </a:solidFill>
                <a:latin typeface="Arial"/>
              </a:defRPr>
            </a:pPr>
            <a:r>
              <a:t>Strictly Private and Confidential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685800"/>
            <a:ext cx="3931920" cy="365760"/>
          </a:xfrm>
          <a:prstGeom prst="rect">
            <a:avLst/>
          </a:prstGeom>
          <a:solidFill>
            <a:srgbClr val="FD51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704088"/>
            <a:ext cx="3749039" cy="329184"/>
          </a:xfrm>
          <a:prstGeom prst="rect">
            <a:avLst/>
          </a:prstGeom>
          <a:noFill/>
        </p:spPr>
        <p:txBody>
          <a:bodyPr wrap="square" anchor="ctr" lIns="54864" rIns="54864" tIns="27432" bIns="27432">
            <a:spAutoFit/>
          </a:bodyPr>
          <a:lstStyle/>
          <a:p>
            <a:pPr algn="l">
              <a:defRPr sz="1000" b="1">
                <a:solidFill>
                  <a:srgbClr val="FFFFFF"/>
                </a:solidFill>
                <a:latin typeface="Arial"/>
              </a:defRPr>
            </a:pPr>
            <a:r>
              <a:t>★ Stars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" y="1051560"/>
            <a:ext cx="3931920" cy="201168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5760" y="1143000"/>
            <a:ext cx="3749039" cy="1828800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l">
              <a:defRPr sz="800" b="0">
                <a:solidFill>
                  <a:srgbClr val="000000"/>
                </a:solidFill>
                <a:latin typeface="Arial"/>
              </a:defRPr>
            </a:pPr>
            <a:r>
              <a:t>{{stars}}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297680" y="685800"/>
            <a:ext cx="3931920" cy="365760"/>
          </a:xfrm>
          <a:prstGeom prst="rect">
            <a:avLst/>
          </a:prstGeom>
          <a:solidFill>
            <a:srgbClr val="FFAA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389120" y="704088"/>
            <a:ext cx="3749039" cy="329184"/>
          </a:xfrm>
          <a:prstGeom prst="rect">
            <a:avLst/>
          </a:prstGeom>
          <a:noFill/>
        </p:spPr>
        <p:txBody>
          <a:bodyPr wrap="square" anchor="ctr" lIns="54864" rIns="54864" tIns="27432" bIns="27432">
            <a:spAutoFit/>
          </a:bodyPr>
          <a:lstStyle/>
          <a:p>
            <a:pPr algn="l">
              <a:defRPr sz="1000" b="1">
                <a:solidFill>
                  <a:srgbClr val="000000"/>
                </a:solidFill>
                <a:latin typeface="Arial"/>
              </a:defRPr>
            </a:pPr>
            <a:r>
              <a:t>? Question Marks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297680" y="1051560"/>
            <a:ext cx="3931920" cy="201168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389120" y="1143000"/>
            <a:ext cx="3749039" cy="1828800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l">
              <a:defRPr sz="800" b="0">
                <a:solidFill>
                  <a:srgbClr val="000000"/>
                </a:solidFill>
                <a:latin typeface="Arial"/>
              </a:defRPr>
            </a:pPr>
            <a:r>
              <a:t>{{questions}}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74320" y="3200400"/>
            <a:ext cx="3931920" cy="365760"/>
          </a:xfrm>
          <a:prstGeom prst="rect">
            <a:avLst/>
          </a:prstGeom>
          <a:solidFill>
            <a:srgbClr val="CBD1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65760" y="3218688"/>
            <a:ext cx="3749039" cy="329184"/>
          </a:xfrm>
          <a:prstGeom prst="rect">
            <a:avLst/>
          </a:prstGeom>
          <a:noFill/>
        </p:spPr>
        <p:txBody>
          <a:bodyPr wrap="square" anchor="ctr" lIns="54864" rIns="54864" tIns="27432" bIns="27432">
            <a:spAutoFit/>
          </a:bodyPr>
          <a:lstStyle/>
          <a:p>
            <a:pPr algn="l">
              <a:defRPr sz="1000" b="1">
                <a:solidFill>
                  <a:srgbClr val="000000"/>
                </a:solidFill>
                <a:latin typeface="Arial"/>
              </a:defRPr>
            </a:pPr>
            <a:r>
              <a:t>💰 Cash Cows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4320" y="3566160"/>
            <a:ext cx="3931920" cy="201168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65760" y="3657600"/>
            <a:ext cx="3749039" cy="1828800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l">
              <a:defRPr sz="800" b="0">
                <a:solidFill>
                  <a:srgbClr val="000000"/>
                </a:solidFill>
                <a:latin typeface="Arial"/>
              </a:defRPr>
            </a:pPr>
            <a:r>
              <a:t>{{cashcows}}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297680" y="3200400"/>
            <a:ext cx="3931920" cy="36576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389120" y="3218688"/>
            <a:ext cx="3749039" cy="329184"/>
          </a:xfrm>
          <a:prstGeom prst="rect">
            <a:avLst/>
          </a:prstGeom>
          <a:noFill/>
        </p:spPr>
        <p:txBody>
          <a:bodyPr wrap="square" anchor="ctr" lIns="54864" rIns="54864" tIns="27432" bIns="27432">
            <a:spAutoFit/>
          </a:bodyPr>
          <a:lstStyle/>
          <a:p>
            <a:pPr algn="l">
              <a:defRPr sz="1000" b="1">
                <a:solidFill>
                  <a:srgbClr val="000000"/>
                </a:solidFill>
                <a:latin typeface="Arial"/>
              </a:defRPr>
            </a:pPr>
            <a:r>
              <a:t>🐕 Dogs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297680" y="3566160"/>
            <a:ext cx="3931920" cy="201168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389120" y="3657600"/>
            <a:ext cx="3749039" cy="1828800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l">
              <a:defRPr sz="800" b="0">
                <a:solidFill>
                  <a:srgbClr val="000000"/>
                </a:solidFill>
                <a:latin typeface="Arial"/>
              </a:defRPr>
            </a:pPr>
            <a:r>
              <a:t>{{dogs}}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74320" y="5760720"/>
            <a:ext cx="8229600" cy="228600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ctr">
              <a:defRPr sz="700" b="0">
                <a:solidFill>
                  <a:srgbClr val="A1A8B3"/>
                </a:solidFill>
                <a:latin typeface="Arial"/>
              </a:defRPr>
            </a:pPr>
            <a:r>
              <a:t>← High Market Share                    Low Market Share →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74320" y="5943600"/>
            <a:ext cx="8595360" cy="45720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274320" y="5943600"/>
            <a:ext cx="54864" cy="457200"/>
          </a:xfrm>
          <a:prstGeom prst="rect">
            <a:avLst/>
          </a:prstGeom>
          <a:solidFill>
            <a:srgbClr val="FD51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57200" y="5989320"/>
            <a:ext cx="8229600" cy="365760"/>
          </a:xfrm>
          <a:prstGeom prst="rect">
            <a:avLst/>
          </a:prstGeom>
          <a:noFill/>
        </p:spPr>
        <p:txBody>
          <a:bodyPr wrap="square" anchor="ctr" lIns="54864" rIns="54864" tIns="27432" bIns="27432">
            <a:spAutoFit/>
          </a:bodyPr>
          <a:lstStyle/>
          <a:p>
            <a:pPr algn="l">
              <a:defRPr sz="900" b="1">
                <a:solidFill>
                  <a:srgbClr val="FFFFFF"/>
                </a:solidFill>
                <a:latin typeface="Arial"/>
              </a:defRPr>
            </a:pPr>
            <a:r>
              <a:t>{{takeaway}}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6576" cy="502920"/>
          </a:xfrm>
          <a:prstGeom prst="rect">
            <a:avLst/>
          </a:prstGeom>
          <a:solidFill>
            <a:srgbClr val="FD51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" y="73152"/>
            <a:ext cx="5943600" cy="365760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Georgia"/>
              </a:defRPr>
            </a:pPr>
            <a:r>
              <a:t>{{title}}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0" y="109728"/>
            <a:ext cx="2743200" cy="274320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r">
              <a:defRPr sz="700" b="0">
                <a:solidFill>
                  <a:srgbClr val="CBD1D6"/>
                </a:solidFill>
                <a:latin typeface="Arial"/>
              </a:defRPr>
            </a:pPr>
            <a:r>
              <a:t>{{breadcrumb}}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6537960"/>
            <a:ext cx="8595360" cy="4572"/>
          </a:xfrm>
          <a:prstGeom prst="rect">
            <a:avLst/>
          </a:prstGeom>
          <a:solidFill>
            <a:srgbClr val="DDDD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6583680"/>
            <a:ext cx="4572000" cy="182880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l">
              <a:defRPr sz="600" b="0">
                <a:solidFill>
                  <a:srgbClr val="A1A8B3"/>
                </a:solidFill>
                <a:latin typeface="Arial"/>
              </a:defRPr>
            </a:pPr>
            <a:r>
              <a:t>Strictly Private and Confidential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0" y="777240"/>
            <a:ext cx="2743200" cy="594360"/>
          </a:xfrm>
          <a:prstGeom prst="rect">
            <a:avLst/>
          </a:prstGeom>
          <a:solidFill>
            <a:srgbClr val="FD51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291840" y="795528"/>
            <a:ext cx="2560320" cy="557784"/>
          </a:xfrm>
          <a:prstGeom prst="rect">
            <a:avLst/>
          </a:prstGeom>
          <a:noFill/>
        </p:spPr>
        <p:txBody>
          <a:bodyPr wrap="square" anchor="ctr" lIns="54864" rIns="54864" tIns="27432" bIns="27432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rial"/>
              </a:defRPr>
            </a:pPr>
            <a:r>
              <a:t>{{level1}}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26280" y="1371600"/>
            <a:ext cx="9144" cy="365760"/>
          </a:xfrm>
          <a:prstGeom prst="rect">
            <a:avLst/>
          </a:prstGeom>
          <a:solidFill>
            <a:srgbClr val="A1A8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914400" y="1737360"/>
            <a:ext cx="7223760" cy="9144"/>
          </a:xfrm>
          <a:prstGeom prst="rect">
            <a:avLst/>
          </a:prstGeom>
          <a:solidFill>
            <a:srgbClr val="A1A8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7200" y="1828800"/>
            <a:ext cx="1920240" cy="50292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" y="1847088"/>
            <a:ext cx="1828800" cy="466344"/>
          </a:xfrm>
          <a:prstGeom prst="rect">
            <a:avLst/>
          </a:prstGeom>
          <a:noFill/>
        </p:spPr>
        <p:txBody>
          <a:bodyPr wrap="square" anchor="ctr" lIns="54864" rIns="54864" tIns="27432" bIns="27432">
            <a:spAutoFit/>
          </a:bodyPr>
          <a:lstStyle/>
          <a:p>
            <a:pPr algn="ctr">
              <a:defRPr sz="800" b="1">
                <a:solidFill>
                  <a:srgbClr val="FFFFFF"/>
                </a:solidFill>
                <a:latin typeface="Arial"/>
              </a:defRPr>
            </a:pPr>
            <a:r>
              <a:t>{{l2_1}}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371600" y="2331720"/>
            <a:ext cx="9144" cy="274320"/>
          </a:xfrm>
          <a:prstGeom prst="rect">
            <a:avLst/>
          </a:prstGeom>
          <a:solidFill>
            <a:srgbClr val="A1A8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651760" y="1828800"/>
            <a:ext cx="1920240" cy="50292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697479" y="1847088"/>
            <a:ext cx="1828800" cy="466344"/>
          </a:xfrm>
          <a:prstGeom prst="rect">
            <a:avLst/>
          </a:prstGeom>
          <a:noFill/>
        </p:spPr>
        <p:txBody>
          <a:bodyPr wrap="square" anchor="ctr" lIns="54864" rIns="54864" tIns="27432" bIns="27432">
            <a:spAutoFit/>
          </a:bodyPr>
          <a:lstStyle/>
          <a:p>
            <a:pPr algn="ctr">
              <a:defRPr sz="800" b="1">
                <a:solidFill>
                  <a:srgbClr val="FFFFFF"/>
                </a:solidFill>
                <a:latin typeface="Arial"/>
              </a:defRPr>
            </a:pPr>
            <a:r>
              <a:t>{{l2_2}}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566160" y="2331720"/>
            <a:ext cx="9144" cy="274320"/>
          </a:xfrm>
          <a:prstGeom prst="rect">
            <a:avLst/>
          </a:prstGeom>
          <a:solidFill>
            <a:srgbClr val="A1A8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846320" y="1828800"/>
            <a:ext cx="1920240" cy="50292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892040" y="1847088"/>
            <a:ext cx="1828800" cy="466344"/>
          </a:xfrm>
          <a:prstGeom prst="rect">
            <a:avLst/>
          </a:prstGeom>
          <a:noFill/>
        </p:spPr>
        <p:txBody>
          <a:bodyPr wrap="square" anchor="ctr" lIns="54864" rIns="54864" tIns="27432" bIns="27432">
            <a:spAutoFit/>
          </a:bodyPr>
          <a:lstStyle/>
          <a:p>
            <a:pPr algn="ctr">
              <a:defRPr sz="800" b="1">
                <a:solidFill>
                  <a:srgbClr val="FFFFFF"/>
                </a:solidFill>
                <a:latin typeface="Arial"/>
              </a:defRPr>
            </a:pPr>
            <a:r>
              <a:t>{{l2_3}}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760720" y="2331720"/>
            <a:ext cx="9144" cy="274320"/>
          </a:xfrm>
          <a:prstGeom prst="rect">
            <a:avLst/>
          </a:prstGeom>
          <a:solidFill>
            <a:srgbClr val="A1A8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040879" y="1828800"/>
            <a:ext cx="1920240" cy="50292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086599" y="1847088"/>
            <a:ext cx="1828800" cy="466344"/>
          </a:xfrm>
          <a:prstGeom prst="rect">
            <a:avLst/>
          </a:prstGeom>
          <a:noFill/>
        </p:spPr>
        <p:txBody>
          <a:bodyPr wrap="square" anchor="ctr" lIns="54864" rIns="54864" tIns="27432" bIns="27432">
            <a:spAutoFit/>
          </a:bodyPr>
          <a:lstStyle/>
          <a:p>
            <a:pPr algn="ctr">
              <a:defRPr sz="800" b="1">
                <a:solidFill>
                  <a:srgbClr val="FFFFFF"/>
                </a:solidFill>
                <a:latin typeface="Arial"/>
              </a:defRPr>
            </a:pPr>
            <a:r>
              <a:t>{{l2_4}}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955279" y="2331720"/>
            <a:ext cx="9144" cy="274320"/>
          </a:xfrm>
          <a:prstGeom prst="rect">
            <a:avLst/>
          </a:prstGeom>
          <a:solidFill>
            <a:srgbClr val="A1A8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57200" y="2697480"/>
            <a:ext cx="914400" cy="411480"/>
          </a:xfrm>
          <a:prstGeom prst="rect">
            <a:avLst/>
          </a:prstGeom>
          <a:solidFill>
            <a:srgbClr val="F2F2F2"/>
          </a:solidFill>
          <a:ln w="6350">
            <a:solidFill>
              <a:srgbClr val="DDDD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02920" y="2715768"/>
            <a:ext cx="822960" cy="374904"/>
          </a:xfrm>
          <a:prstGeom prst="rect">
            <a:avLst/>
          </a:prstGeom>
          <a:noFill/>
        </p:spPr>
        <p:txBody>
          <a:bodyPr wrap="square" anchor="ctr" lIns="54864" rIns="54864" tIns="27432" bIns="27432">
            <a:spAutoFit/>
          </a:bodyPr>
          <a:lstStyle/>
          <a:p>
            <a:pPr algn="ctr">
              <a:defRPr sz="700" b="0">
                <a:solidFill>
                  <a:srgbClr val="000000"/>
                </a:solidFill>
                <a:latin typeface="Arial"/>
              </a:defRPr>
            </a:pPr>
            <a:r>
              <a:t>{{l3_0_0}}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463040" y="2697480"/>
            <a:ext cx="914400" cy="411480"/>
          </a:xfrm>
          <a:prstGeom prst="rect">
            <a:avLst/>
          </a:prstGeom>
          <a:solidFill>
            <a:srgbClr val="F2F2F2"/>
          </a:solidFill>
          <a:ln w="6350">
            <a:solidFill>
              <a:srgbClr val="DDDD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508760" y="2715768"/>
            <a:ext cx="822960" cy="374904"/>
          </a:xfrm>
          <a:prstGeom prst="rect">
            <a:avLst/>
          </a:prstGeom>
          <a:noFill/>
        </p:spPr>
        <p:txBody>
          <a:bodyPr wrap="square" anchor="ctr" lIns="54864" rIns="54864" tIns="27432" bIns="27432">
            <a:spAutoFit/>
          </a:bodyPr>
          <a:lstStyle/>
          <a:p>
            <a:pPr algn="ctr">
              <a:defRPr sz="700" b="0">
                <a:solidFill>
                  <a:srgbClr val="000000"/>
                </a:solidFill>
                <a:latin typeface="Arial"/>
              </a:defRPr>
            </a:pPr>
            <a:r>
              <a:t>{{l3_0_1}}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651760" y="2697480"/>
            <a:ext cx="914400" cy="411480"/>
          </a:xfrm>
          <a:prstGeom prst="rect">
            <a:avLst/>
          </a:prstGeom>
          <a:solidFill>
            <a:srgbClr val="F2F2F2"/>
          </a:solidFill>
          <a:ln w="6350">
            <a:solidFill>
              <a:srgbClr val="DDDD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697479" y="2715768"/>
            <a:ext cx="822960" cy="374904"/>
          </a:xfrm>
          <a:prstGeom prst="rect">
            <a:avLst/>
          </a:prstGeom>
          <a:noFill/>
        </p:spPr>
        <p:txBody>
          <a:bodyPr wrap="square" anchor="ctr" lIns="54864" rIns="54864" tIns="27432" bIns="27432">
            <a:spAutoFit/>
          </a:bodyPr>
          <a:lstStyle/>
          <a:p>
            <a:pPr algn="ctr">
              <a:defRPr sz="700" b="0">
                <a:solidFill>
                  <a:srgbClr val="000000"/>
                </a:solidFill>
                <a:latin typeface="Arial"/>
              </a:defRPr>
            </a:pPr>
            <a:r>
              <a:t>{{l3_1_0}}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657600" y="2697480"/>
            <a:ext cx="914400" cy="411480"/>
          </a:xfrm>
          <a:prstGeom prst="rect">
            <a:avLst/>
          </a:prstGeom>
          <a:solidFill>
            <a:srgbClr val="F2F2F2"/>
          </a:solidFill>
          <a:ln w="6350">
            <a:solidFill>
              <a:srgbClr val="DDDD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703320" y="2715768"/>
            <a:ext cx="822960" cy="374904"/>
          </a:xfrm>
          <a:prstGeom prst="rect">
            <a:avLst/>
          </a:prstGeom>
          <a:noFill/>
        </p:spPr>
        <p:txBody>
          <a:bodyPr wrap="square" anchor="ctr" lIns="54864" rIns="54864" tIns="27432" bIns="27432">
            <a:spAutoFit/>
          </a:bodyPr>
          <a:lstStyle/>
          <a:p>
            <a:pPr algn="ctr">
              <a:defRPr sz="700" b="0">
                <a:solidFill>
                  <a:srgbClr val="000000"/>
                </a:solidFill>
                <a:latin typeface="Arial"/>
              </a:defRPr>
            </a:pPr>
            <a:r>
              <a:t>{{l3_1_1}}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846320" y="2697480"/>
            <a:ext cx="914400" cy="411480"/>
          </a:xfrm>
          <a:prstGeom prst="rect">
            <a:avLst/>
          </a:prstGeom>
          <a:solidFill>
            <a:srgbClr val="F2F2F2"/>
          </a:solidFill>
          <a:ln w="6350">
            <a:solidFill>
              <a:srgbClr val="DDDD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892040" y="2715768"/>
            <a:ext cx="822960" cy="374904"/>
          </a:xfrm>
          <a:prstGeom prst="rect">
            <a:avLst/>
          </a:prstGeom>
          <a:noFill/>
        </p:spPr>
        <p:txBody>
          <a:bodyPr wrap="square" anchor="ctr" lIns="54864" rIns="54864" tIns="27432" bIns="27432">
            <a:spAutoFit/>
          </a:bodyPr>
          <a:lstStyle/>
          <a:p>
            <a:pPr algn="ctr">
              <a:defRPr sz="700" b="0">
                <a:solidFill>
                  <a:srgbClr val="000000"/>
                </a:solidFill>
                <a:latin typeface="Arial"/>
              </a:defRPr>
            </a:pPr>
            <a:r>
              <a:t>{{l3_2_0}}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852160" y="2697480"/>
            <a:ext cx="914400" cy="411480"/>
          </a:xfrm>
          <a:prstGeom prst="rect">
            <a:avLst/>
          </a:prstGeom>
          <a:solidFill>
            <a:srgbClr val="F2F2F2"/>
          </a:solidFill>
          <a:ln w="6350">
            <a:solidFill>
              <a:srgbClr val="DDDD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897880" y="2715768"/>
            <a:ext cx="822960" cy="374904"/>
          </a:xfrm>
          <a:prstGeom prst="rect">
            <a:avLst/>
          </a:prstGeom>
          <a:noFill/>
        </p:spPr>
        <p:txBody>
          <a:bodyPr wrap="square" anchor="ctr" lIns="54864" rIns="54864" tIns="27432" bIns="27432">
            <a:spAutoFit/>
          </a:bodyPr>
          <a:lstStyle/>
          <a:p>
            <a:pPr algn="ctr">
              <a:defRPr sz="700" b="0">
                <a:solidFill>
                  <a:srgbClr val="000000"/>
                </a:solidFill>
                <a:latin typeface="Arial"/>
              </a:defRPr>
            </a:pPr>
            <a:r>
              <a:t>{{l3_2_1}}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040879" y="2697480"/>
            <a:ext cx="914400" cy="411480"/>
          </a:xfrm>
          <a:prstGeom prst="rect">
            <a:avLst/>
          </a:prstGeom>
          <a:solidFill>
            <a:srgbClr val="F2F2F2"/>
          </a:solidFill>
          <a:ln w="6350">
            <a:solidFill>
              <a:srgbClr val="DDDD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086599" y="2715768"/>
            <a:ext cx="822960" cy="374904"/>
          </a:xfrm>
          <a:prstGeom prst="rect">
            <a:avLst/>
          </a:prstGeom>
          <a:noFill/>
        </p:spPr>
        <p:txBody>
          <a:bodyPr wrap="square" anchor="ctr" lIns="54864" rIns="54864" tIns="27432" bIns="27432">
            <a:spAutoFit/>
          </a:bodyPr>
          <a:lstStyle/>
          <a:p>
            <a:pPr algn="ctr">
              <a:defRPr sz="700" b="0">
                <a:solidFill>
                  <a:srgbClr val="000000"/>
                </a:solidFill>
                <a:latin typeface="Arial"/>
              </a:defRPr>
            </a:pPr>
            <a:r>
              <a:t>{{l3_3_0}}</a:t>
            </a:r>
          </a:p>
        </p:txBody>
      </p:sp>
      <p:sp>
        <p:nvSpPr>
          <p:cNvPr id="38" name="Rectangle 37"/>
          <p:cNvSpPr/>
          <p:nvPr/>
        </p:nvSpPr>
        <p:spPr>
          <a:xfrm>
            <a:off x="8046719" y="2697480"/>
            <a:ext cx="914400" cy="411480"/>
          </a:xfrm>
          <a:prstGeom prst="rect">
            <a:avLst/>
          </a:prstGeom>
          <a:solidFill>
            <a:srgbClr val="F2F2F2"/>
          </a:solidFill>
          <a:ln w="6350">
            <a:solidFill>
              <a:srgbClr val="DDDD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092440" y="2715768"/>
            <a:ext cx="822960" cy="374904"/>
          </a:xfrm>
          <a:prstGeom prst="rect">
            <a:avLst/>
          </a:prstGeom>
          <a:noFill/>
        </p:spPr>
        <p:txBody>
          <a:bodyPr wrap="square" anchor="ctr" lIns="54864" rIns="54864" tIns="27432" bIns="27432">
            <a:spAutoFit/>
          </a:bodyPr>
          <a:lstStyle/>
          <a:p>
            <a:pPr algn="ctr">
              <a:defRPr sz="700" b="0">
                <a:solidFill>
                  <a:srgbClr val="000000"/>
                </a:solidFill>
                <a:latin typeface="Arial"/>
              </a:defRPr>
            </a:pPr>
            <a:r>
              <a:t>{{l3_3_1}}</a:t>
            </a:r>
          </a:p>
        </p:txBody>
      </p:sp>
      <p:sp>
        <p:nvSpPr>
          <p:cNvPr id="40" name="Rectangle 39"/>
          <p:cNvSpPr/>
          <p:nvPr/>
        </p:nvSpPr>
        <p:spPr>
          <a:xfrm>
            <a:off x="274320" y="3383280"/>
            <a:ext cx="8595360" cy="45720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274320" y="3383280"/>
            <a:ext cx="54864" cy="457200"/>
          </a:xfrm>
          <a:prstGeom prst="rect">
            <a:avLst/>
          </a:prstGeom>
          <a:solidFill>
            <a:srgbClr val="FD51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57200" y="3429000"/>
            <a:ext cx="8229600" cy="365760"/>
          </a:xfrm>
          <a:prstGeom prst="rect">
            <a:avLst/>
          </a:prstGeom>
          <a:noFill/>
        </p:spPr>
        <p:txBody>
          <a:bodyPr wrap="square" anchor="ctr" lIns="54864" rIns="54864" tIns="27432" bIns="27432">
            <a:spAutoFit/>
          </a:bodyPr>
          <a:lstStyle/>
          <a:p>
            <a:pPr algn="l">
              <a:defRPr sz="900" b="1">
                <a:solidFill>
                  <a:srgbClr val="FFFFFF"/>
                </a:solidFill>
                <a:latin typeface="Arial"/>
              </a:defRPr>
            </a:pPr>
            <a:r>
              <a:t>{{takeaway}}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6576" cy="502920"/>
          </a:xfrm>
          <a:prstGeom prst="rect">
            <a:avLst/>
          </a:prstGeom>
          <a:solidFill>
            <a:srgbClr val="FD51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" y="73152"/>
            <a:ext cx="5943600" cy="365760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Georgia"/>
              </a:defRPr>
            </a:pPr>
            <a:r>
              <a:t>{{title}}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0" y="109728"/>
            <a:ext cx="2743200" cy="274320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r">
              <a:defRPr sz="700" b="0">
                <a:solidFill>
                  <a:srgbClr val="CBD1D6"/>
                </a:solidFill>
                <a:latin typeface="Arial"/>
              </a:defRPr>
            </a:pPr>
            <a:r>
              <a:t>{{breadcrumb}}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6537960"/>
            <a:ext cx="8595360" cy="4572"/>
          </a:xfrm>
          <a:prstGeom prst="rect">
            <a:avLst/>
          </a:prstGeom>
          <a:solidFill>
            <a:srgbClr val="DDDD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6583680"/>
            <a:ext cx="4572000" cy="182880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l">
              <a:defRPr sz="600" b="0">
                <a:solidFill>
                  <a:srgbClr val="A1A8B3"/>
                </a:solidFill>
                <a:latin typeface="Arial"/>
              </a:defRPr>
            </a:pPr>
            <a:r>
              <a:t>Strictly Private and Confidential</a:t>
            </a:r>
          </a:p>
        </p:txBody>
      </p:sp>
      <p:sp>
        <p:nvSpPr>
          <p:cNvPr id="8" name="Rectangle 7"/>
          <p:cNvSpPr/>
          <p:nvPr/>
        </p:nvSpPr>
        <p:spPr>
          <a:xfrm>
            <a:off x="1828800" y="685800"/>
            <a:ext cx="1554480" cy="32004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828800" y="704088"/>
            <a:ext cx="1554480" cy="283464"/>
          </a:xfrm>
          <a:prstGeom prst="rect">
            <a:avLst/>
          </a:prstGeom>
          <a:noFill/>
        </p:spPr>
        <p:txBody>
          <a:bodyPr wrap="square" anchor="ctr" lIns="54864" rIns="54864" tIns="27432" bIns="27432">
            <a:spAutoFit/>
          </a:bodyPr>
          <a:lstStyle/>
          <a:p>
            <a:pPr algn="ctr">
              <a:defRPr sz="800" b="1">
                <a:solidFill>
                  <a:srgbClr val="FFFFFF"/>
                </a:solidFill>
                <a:latin typeface="Arial"/>
              </a:defRPr>
            </a:pPr>
            <a:r>
              <a:t>{{phase_1}}</a:t>
            </a:r>
          </a:p>
        </p:txBody>
      </p:sp>
      <p:sp>
        <p:nvSpPr>
          <p:cNvPr id="10" name="Rectangle 9"/>
          <p:cNvSpPr/>
          <p:nvPr/>
        </p:nvSpPr>
        <p:spPr>
          <a:xfrm>
            <a:off x="3429000" y="685800"/>
            <a:ext cx="1554480" cy="32004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429000" y="704088"/>
            <a:ext cx="1554480" cy="283464"/>
          </a:xfrm>
          <a:prstGeom prst="rect">
            <a:avLst/>
          </a:prstGeom>
          <a:noFill/>
        </p:spPr>
        <p:txBody>
          <a:bodyPr wrap="square" anchor="ctr" lIns="54864" rIns="54864" tIns="27432" bIns="27432">
            <a:spAutoFit/>
          </a:bodyPr>
          <a:lstStyle/>
          <a:p>
            <a:pPr algn="ctr">
              <a:defRPr sz="800" b="1">
                <a:solidFill>
                  <a:srgbClr val="FFFFFF"/>
                </a:solidFill>
                <a:latin typeface="Arial"/>
              </a:defRPr>
            </a:pPr>
            <a:r>
              <a:t>{{phase_2}}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29200" y="685800"/>
            <a:ext cx="1554480" cy="320040"/>
          </a:xfrm>
          <a:prstGeom prst="rect">
            <a:avLst/>
          </a:prstGeom>
          <a:solidFill>
            <a:srgbClr val="A1A8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0" y="704088"/>
            <a:ext cx="1554480" cy="283464"/>
          </a:xfrm>
          <a:prstGeom prst="rect">
            <a:avLst/>
          </a:prstGeom>
          <a:noFill/>
        </p:spPr>
        <p:txBody>
          <a:bodyPr wrap="square" anchor="ctr" lIns="54864" rIns="54864" tIns="27432" bIns="27432">
            <a:spAutoFit/>
          </a:bodyPr>
          <a:lstStyle/>
          <a:p>
            <a:pPr algn="ctr">
              <a:defRPr sz="800" b="1">
                <a:solidFill>
                  <a:srgbClr val="000000"/>
                </a:solidFill>
                <a:latin typeface="Arial"/>
              </a:defRPr>
            </a:pPr>
            <a:r>
              <a:t>{{phase_3}}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629400" y="685800"/>
            <a:ext cx="1554480" cy="320040"/>
          </a:xfrm>
          <a:prstGeom prst="rect">
            <a:avLst/>
          </a:prstGeom>
          <a:solidFill>
            <a:srgbClr val="A1A8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629400" y="704088"/>
            <a:ext cx="1554480" cy="283464"/>
          </a:xfrm>
          <a:prstGeom prst="rect">
            <a:avLst/>
          </a:prstGeom>
          <a:noFill/>
        </p:spPr>
        <p:txBody>
          <a:bodyPr wrap="square" anchor="ctr" lIns="54864" rIns="54864" tIns="27432" bIns="27432">
            <a:spAutoFit/>
          </a:bodyPr>
          <a:lstStyle/>
          <a:p>
            <a:pPr algn="ctr">
              <a:defRPr sz="800" b="1">
                <a:solidFill>
                  <a:srgbClr val="000000"/>
                </a:solidFill>
                <a:latin typeface="Arial"/>
              </a:defRPr>
            </a:pPr>
            <a:r>
              <a:t>{{phase_4}}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229600" y="685800"/>
            <a:ext cx="1554480" cy="320040"/>
          </a:xfrm>
          <a:prstGeom prst="rect">
            <a:avLst/>
          </a:prstGeom>
          <a:solidFill>
            <a:srgbClr val="A1A8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600" y="704088"/>
            <a:ext cx="1554480" cy="283464"/>
          </a:xfrm>
          <a:prstGeom prst="rect">
            <a:avLst/>
          </a:prstGeom>
          <a:noFill/>
        </p:spPr>
        <p:txBody>
          <a:bodyPr wrap="square" anchor="ctr" lIns="54864" rIns="54864" tIns="27432" bIns="27432">
            <a:spAutoFit/>
          </a:bodyPr>
          <a:lstStyle/>
          <a:p>
            <a:pPr algn="ctr">
              <a:defRPr sz="800" b="1">
                <a:solidFill>
                  <a:srgbClr val="000000"/>
                </a:solidFill>
                <a:latin typeface="Arial"/>
              </a:defRPr>
            </a:pPr>
            <a:r>
              <a:t>{{phase_5}}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4320" y="1097280"/>
            <a:ext cx="1463040" cy="594360"/>
          </a:xfrm>
          <a:prstGeom prst="rect">
            <a:avLst/>
          </a:prstGeom>
          <a:solidFill>
            <a:srgbClr val="F2F2F2"/>
          </a:solidFill>
          <a:ln w="6350">
            <a:solidFill>
              <a:srgbClr val="DDDD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20040" y="1097280"/>
            <a:ext cx="1371600" cy="594360"/>
          </a:xfrm>
          <a:prstGeom prst="rect">
            <a:avLst/>
          </a:prstGeom>
          <a:noFill/>
        </p:spPr>
        <p:txBody>
          <a:bodyPr wrap="square" anchor="ctr" lIns="54864" rIns="54864" tIns="27432" bIns="27432">
            <a:spAutoFit/>
          </a:bodyPr>
          <a:lstStyle/>
          <a:p>
            <a:pPr algn="l">
              <a:defRPr sz="800" b="1">
                <a:solidFill>
                  <a:srgbClr val="000000"/>
                </a:solidFill>
                <a:latin typeface="Arial"/>
              </a:defRPr>
            </a:pPr>
            <a:r>
              <a:t>{{track_1}}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828800" y="1188720"/>
            <a:ext cx="4754880" cy="411480"/>
          </a:xfrm>
          <a:prstGeom prst="rect">
            <a:avLst/>
          </a:prstGeom>
          <a:solidFill>
            <a:srgbClr val="FD51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920240" y="1188720"/>
            <a:ext cx="4572000" cy="411480"/>
          </a:xfrm>
          <a:prstGeom prst="rect">
            <a:avLst/>
          </a:prstGeom>
          <a:noFill/>
        </p:spPr>
        <p:txBody>
          <a:bodyPr wrap="square" anchor="ctr" lIns="54864" rIns="54864" tIns="27432" bIns="27432">
            <a:spAutoFit/>
          </a:bodyPr>
          <a:lstStyle/>
          <a:p>
            <a:pPr algn="l">
              <a:defRPr sz="700" b="1">
                <a:solidFill>
                  <a:srgbClr val="FFFFFF"/>
                </a:solidFill>
                <a:latin typeface="Arial"/>
              </a:defRPr>
            </a:pPr>
            <a:r>
              <a:t>{{bar_0}}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74320" y="1764792"/>
            <a:ext cx="1463040" cy="594360"/>
          </a:xfrm>
          <a:prstGeom prst="rect">
            <a:avLst/>
          </a:prstGeom>
          <a:solidFill>
            <a:srgbClr val="F2F2F2"/>
          </a:solidFill>
          <a:ln w="6350">
            <a:solidFill>
              <a:srgbClr val="DDDD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20040" y="1764792"/>
            <a:ext cx="1371600" cy="594360"/>
          </a:xfrm>
          <a:prstGeom prst="rect">
            <a:avLst/>
          </a:prstGeom>
          <a:noFill/>
        </p:spPr>
        <p:txBody>
          <a:bodyPr wrap="square" anchor="ctr" lIns="54864" rIns="54864" tIns="27432" bIns="27432">
            <a:spAutoFit/>
          </a:bodyPr>
          <a:lstStyle/>
          <a:p>
            <a:pPr algn="l">
              <a:defRPr sz="800" b="1">
                <a:solidFill>
                  <a:srgbClr val="000000"/>
                </a:solidFill>
                <a:latin typeface="Arial"/>
              </a:defRPr>
            </a:pPr>
            <a:r>
              <a:t>{{track_2}}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429000" y="1856231"/>
            <a:ext cx="4754880" cy="411480"/>
          </a:xfrm>
          <a:prstGeom prst="rect">
            <a:avLst/>
          </a:prstGeom>
          <a:solidFill>
            <a:srgbClr val="FE7C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520440" y="1856231"/>
            <a:ext cx="4572000" cy="411480"/>
          </a:xfrm>
          <a:prstGeom prst="rect">
            <a:avLst/>
          </a:prstGeom>
          <a:noFill/>
        </p:spPr>
        <p:txBody>
          <a:bodyPr wrap="square" anchor="ctr" lIns="54864" rIns="54864" tIns="27432" bIns="27432">
            <a:spAutoFit/>
          </a:bodyPr>
          <a:lstStyle/>
          <a:p>
            <a:pPr algn="l">
              <a:defRPr sz="700" b="1">
                <a:solidFill>
                  <a:srgbClr val="FFFFFF"/>
                </a:solidFill>
                <a:latin typeface="Arial"/>
              </a:defRPr>
            </a:pPr>
            <a:r>
              <a:t>{{bar_1}}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74320" y="2432304"/>
            <a:ext cx="1463040" cy="594360"/>
          </a:xfrm>
          <a:prstGeom prst="rect">
            <a:avLst/>
          </a:prstGeom>
          <a:solidFill>
            <a:srgbClr val="F2F2F2"/>
          </a:solidFill>
          <a:ln w="6350">
            <a:solidFill>
              <a:srgbClr val="DDDD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20040" y="2432304"/>
            <a:ext cx="1371600" cy="594360"/>
          </a:xfrm>
          <a:prstGeom prst="rect">
            <a:avLst/>
          </a:prstGeom>
          <a:noFill/>
        </p:spPr>
        <p:txBody>
          <a:bodyPr wrap="square" anchor="ctr" lIns="54864" rIns="54864" tIns="27432" bIns="27432">
            <a:spAutoFit/>
          </a:bodyPr>
          <a:lstStyle/>
          <a:p>
            <a:pPr algn="l">
              <a:defRPr sz="800" b="1">
                <a:solidFill>
                  <a:srgbClr val="000000"/>
                </a:solidFill>
                <a:latin typeface="Arial"/>
              </a:defRPr>
            </a:pPr>
            <a:r>
              <a:t>{{track_3}}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828800" y="2523744"/>
            <a:ext cx="6355080" cy="411480"/>
          </a:xfrm>
          <a:prstGeom prst="rect">
            <a:avLst/>
          </a:prstGeom>
          <a:solidFill>
            <a:srgbClr val="FFAA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920240" y="2523744"/>
            <a:ext cx="6172200" cy="411480"/>
          </a:xfrm>
          <a:prstGeom prst="rect">
            <a:avLst/>
          </a:prstGeom>
          <a:noFill/>
        </p:spPr>
        <p:txBody>
          <a:bodyPr wrap="square" anchor="ctr" lIns="54864" rIns="54864" tIns="27432" bIns="27432">
            <a:spAutoFit/>
          </a:bodyPr>
          <a:lstStyle/>
          <a:p>
            <a:pPr algn="l">
              <a:defRPr sz="700" b="1">
                <a:solidFill>
                  <a:srgbClr val="FFFFFF"/>
                </a:solidFill>
                <a:latin typeface="Arial"/>
              </a:defRPr>
            </a:pPr>
            <a:r>
              <a:t>{{bar_2}}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74320" y="3099815"/>
            <a:ext cx="1463040" cy="594360"/>
          </a:xfrm>
          <a:prstGeom prst="rect">
            <a:avLst/>
          </a:prstGeom>
          <a:solidFill>
            <a:srgbClr val="F2F2F2"/>
          </a:solidFill>
          <a:ln w="6350">
            <a:solidFill>
              <a:srgbClr val="DDDD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20040" y="3099815"/>
            <a:ext cx="1371600" cy="594360"/>
          </a:xfrm>
          <a:prstGeom prst="rect">
            <a:avLst/>
          </a:prstGeom>
          <a:noFill/>
        </p:spPr>
        <p:txBody>
          <a:bodyPr wrap="square" anchor="ctr" lIns="54864" rIns="54864" tIns="27432" bIns="27432">
            <a:spAutoFit/>
          </a:bodyPr>
          <a:lstStyle/>
          <a:p>
            <a:pPr algn="l">
              <a:defRPr sz="800" b="1">
                <a:solidFill>
                  <a:srgbClr val="000000"/>
                </a:solidFill>
                <a:latin typeface="Arial"/>
              </a:defRPr>
            </a:pPr>
            <a:r>
              <a:t>{{track_4}}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029200" y="3191256"/>
            <a:ext cx="4754880" cy="411480"/>
          </a:xfrm>
          <a:prstGeom prst="rect">
            <a:avLst/>
          </a:prstGeom>
          <a:solidFill>
            <a:srgbClr val="B5BC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120640" y="3191256"/>
            <a:ext cx="4572000" cy="411480"/>
          </a:xfrm>
          <a:prstGeom prst="rect">
            <a:avLst/>
          </a:prstGeom>
          <a:noFill/>
        </p:spPr>
        <p:txBody>
          <a:bodyPr wrap="square" anchor="ctr" lIns="54864" rIns="54864" tIns="27432" bIns="27432">
            <a:spAutoFit/>
          </a:bodyPr>
          <a:lstStyle/>
          <a:p>
            <a:pPr algn="l">
              <a:defRPr sz="700" b="1">
                <a:solidFill>
                  <a:srgbClr val="000000"/>
                </a:solidFill>
                <a:latin typeface="Arial"/>
              </a:defRPr>
            </a:pPr>
            <a:r>
              <a:t>{{bar_3}}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74320" y="3767328"/>
            <a:ext cx="1463040" cy="594360"/>
          </a:xfrm>
          <a:prstGeom prst="rect">
            <a:avLst/>
          </a:prstGeom>
          <a:solidFill>
            <a:srgbClr val="F2F2F2"/>
          </a:solidFill>
          <a:ln w="6350">
            <a:solidFill>
              <a:srgbClr val="DDDD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20040" y="3767328"/>
            <a:ext cx="1371600" cy="594360"/>
          </a:xfrm>
          <a:prstGeom prst="rect">
            <a:avLst/>
          </a:prstGeom>
          <a:noFill/>
        </p:spPr>
        <p:txBody>
          <a:bodyPr wrap="square" anchor="ctr" lIns="54864" rIns="54864" tIns="27432" bIns="27432">
            <a:spAutoFit/>
          </a:bodyPr>
          <a:lstStyle/>
          <a:p>
            <a:pPr algn="l">
              <a:defRPr sz="800" b="1">
                <a:solidFill>
                  <a:srgbClr val="000000"/>
                </a:solidFill>
                <a:latin typeface="Arial"/>
              </a:defRPr>
            </a:pPr>
            <a:r>
              <a:t>{{track_5}}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629400" y="3858768"/>
            <a:ext cx="3154680" cy="411480"/>
          </a:xfrm>
          <a:prstGeom prst="rect">
            <a:avLst/>
          </a:prstGeom>
          <a:solidFill>
            <a:srgbClr val="A1A8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720840" y="3858768"/>
            <a:ext cx="2971800" cy="411480"/>
          </a:xfrm>
          <a:prstGeom prst="rect">
            <a:avLst/>
          </a:prstGeom>
          <a:noFill/>
        </p:spPr>
        <p:txBody>
          <a:bodyPr wrap="square" anchor="ctr" lIns="54864" rIns="54864" tIns="27432" bIns="27432">
            <a:spAutoFit/>
          </a:bodyPr>
          <a:lstStyle/>
          <a:p>
            <a:pPr algn="l">
              <a:defRPr sz="700" b="1">
                <a:solidFill>
                  <a:srgbClr val="000000"/>
                </a:solidFill>
                <a:latin typeface="Arial"/>
              </a:defRPr>
            </a:pPr>
            <a:r>
              <a:t>{{bar_4}}</a:t>
            </a:r>
          </a:p>
        </p:txBody>
      </p:sp>
      <p:sp>
        <p:nvSpPr>
          <p:cNvPr id="38" name="Oval 37"/>
          <p:cNvSpPr/>
          <p:nvPr/>
        </p:nvSpPr>
        <p:spPr>
          <a:xfrm>
            <a:off x="3383280" y="4663440"/>
            <a:ext cx="228600" cy="228600"/>
          </a:xfrm>
          <a:prstGeom prst="ellipse">
            <a:avLst/>
          </a:prstGeom>
          <a:solidFill>
            <a:srgbClr val="FD51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FFFFF"/>
                </a:solidFill>
                <a:latin typeface="Arial"/>
              </a:defRPr>
            </a:pPr>
            <a:r>
              <a:t>◆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108960" y="4937760"/>
            <a:ext cx="777240" cy="228600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ctr">
              <a:defRPr sz="700" b="1">
                <a:solidFill>
                  <a:srgbClr val="FD5108"/>
                </a:solidFill>
                <a:latin typeface="Arial"/>
              </a:defRPr>
            </a:pPr>
            <a:r>
              <a:t>{{ms_0}}</a:t>
            </a:r>
          </a:p>
        </p:txBody>
      </p:sp>
      <p:sp>
        <p:nvSpPr>
          <p:cNvPr id="40" name="Oval 39"/>
          <p:cNvSpPr/>
          <p:nvPr/>
        </p:nvSpPr>
        <p:spPr>
          <a:xfrm>
            <a:off x="5943600" y="4663440"/>
            <a:ext cx="228600" cy="228600"/>
          </a:xfrm>
          <a:prstGeom prst="ellipse">
            <a:avLst/>
          </a:prstGeom>
          <a:solidFill>
            <a:srgbClr val="FD51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FFFFF"/>
                </a:solidFill>
                <a:latin typeface="Arial"/>
              </a:defRPr>
            </a:pPr>
            <a:r>
              <a:t>◆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669280" y="4937760"/>
            <a:ext cx="777240" cy="228600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ctr">
              <a:defRPr sz="700" b="1">
                <a:solidFill>
                  <a:srgbClr val="FD5108"/>
                </a:solidFill>
                <a:latin typeface="Arial"/>
              </a:defRPr>
            </a:pPr>
            <a:r>
              <a:t>{{ms_1}}</a:t>
            </a:r>
          </a:p>
        </p:txBody>
      </p:sp>
      <p:sp>
        <p:nvSpPr>
          <p:cNvPr id="42" name="Oval 41"/>
          <p:cNvSpPr/>
          <p:nvPr/>
        </p:nvSpPr>
        <p:spPr>
          <a:xfrm>
            <a:off x="8503920" y="4663440"/>
            <a:ext cx="228600" cy="228600"/>
          </a:xfrm>
          <a:prstGeom prst="ellipse">
            <a:avLst/>
          </a:prstGeom>
          <a:solidFill>
            <a:srgbClr val="FD51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FFFFF"/>
                </a:solidFill>
                <a:latin typeface="Arial"/>
              </a:defRPr>
            </a:pPr>
            <a:r>
              <a:t>◆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229600" y="4937760"/>
            <a:ext cx="777240" cy="228600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ctr">
              <a:defRPr sz="700" b="1">
                <a:solidFill>
                  <a:srgbClr val="FD5108"/>
                </a:solidFill>
                <a:latin typeface="Arial"/>
              </a:defRPr>
            </a:pPr>
            <a:r>
              <a:t>{{ms_2}}</a:t>
            </a:r>
          </a:p>
        </p:txBody>
      </p:sp>
      <p:sp>
        <p:nvSpPr>
          <p:cNvPr id="44" name="Rectangle 43"/>
          <p:cNvSpPr/>
          <p:nvPr/>
        </p:nvSpPr>
        <p:spPr>
          <a:xfrm>
            <a:off x="274320" y="5303520"/>
            <a:ext cx="8595360" cy="45720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274320" y="5303520"/>
            <a:ext cx="54864" cy="457200"/>
          </a:xfrm>
          <a:prstGeom prst="rect">
            <a:avLst/>
          </a:prstGeom>
          <a:solidFill>
            <a:srgbClr val="FD51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457200" y="5349240"/>
            <a:ext cx="8229600" cy="365760"/>
          </a:xfrm>
          <a:prstGeom prst="rect">
            <a:avLst/>
          </a:prstGeom>
          <a:noFill/>
        </p:spPr>
        <p:txBody>
          <a:bodyPr wrap="square" anchor="ctr" lIns="54864" rIns="54864" tIns="27432" bIns="27432">
            <a:spAutoFit/>
          </a:bodyPr>
          <a:lstStyle/>
          <a:p>
            <a:pPr algn="l">
              <a:defRPr sz="900" b="1">
                <a:solidFill>
                  <a:srgbClr val="FFFFFF"/>
                </a:solidFill>
                <a:latin typeface="Arial"/>
              </a:defRPr>
            </a:pPr>
            <a:r>
              <a:t>{{takeaway}}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6576" cy="502920"/>
          </a:xfrm>
          <a:prstGeom prst="rect">
            <a:avLst/>
          </a:prstGeom>
          <a:solidFill>
            <a:srgbClr val="FD51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" y="73152"/>
            <a:ext cx="5943600" cy="365760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Georgia"/>
              </a:defRPr>
            </a:pPr>
            <a:r>
              <a:t>{{title}}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0" y="109728"/>
            <a:ext cx="2743200" cy="274320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r">
              <a:defRPr sz="700" b="0">
                <a:solidFill>
                  <a:srgbClr val="CBD1D6"/>
                </a:solidFill>
                <a:latin typeface="Arial"/>
              </a:defRPr>
            </a:pPr>
            <a:r>
              <a:t>{{breadcrumb}}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6537960"/>
            <a:ext cx="8595360" cy="4572"/>
          </a:xfrm>
          <a:prstGeom prst="rect">
            <a:avLst/>
          </a:prstGeom>
          <a:solidFill>
            <a:srgbClr val="DDDD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6583680"/>
            <a:ext cx="4572000" cy="182880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l">
              <a:defRPr sz="600" b="0">
                <a:solidFill>
                  <a:srgbClr val="A1A8B3"/>
                </a:solidFill>
                <a:latin typeface="Arial"/>
              </a:defRPr>
            </a:pPr>
            <a:r>
              <a:t>Strictly Private and Confidential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777240"/>
            <a:ext cx="3931920" cy="320040"/>
          </a:xfrm>
          <a:prstGeom prst="rect">
            <a:avLst/>
          </a:prstGeom>
          <a:solidFill>
            <a:srgbClr val="FD51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786384"/>
            <a:ext cx="3749039" cy="301752"/>
          </a:xfrm>
          <a:prstGeom prst="rect">
            <a:avLst/>
          </a:prstGeom>
          <a:noFill/>
        </p:spPr>
        <p:txBody>
          <a:bodyPr wrap="square" anchor="ctr" lIns="54864" rIns="54864" tIns="27432" bIns="27432">
            <a:spAutoFit/>
          </a:bodyPr>
          <a:lstStyle/>
          <a:p>
            <a:pPr algn="l">
              <a:defRPr sz="800" b="1">
                <a:solidFill>
                  <a:srgbClr val="FFFFFF"/>
                </a:solidFill>
                <a:latin typeface="Arial"/>
              </a:defRPr>
            </a:pPr>
            <a:r>
              <a:t>Quick Wins — High Impact / Low Effort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" y="1097280"/>
            <a:ext cx="3931920" cy="196596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5760" y="1188720"/>
            <a:ext cx="3749039" cy="1783080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l">
              <a:defRPr sz="800" b="0">
                <a:solidFill>
                  <a:srgbClr val="000000"/>
                </a:solidFill>
                <a:latin typeface="Arial"/>
              </a:defRPr>
            </a:pPr>
            <a:r>
              <a:t>{{q1}}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297680" y="777240"/>
            <a:ext cx="3931920" cy="320040"/>
          </a:xfrm>
          <a:prstGeom prst="rect">
            <a:avLst/>
          </a:prstGeom>
          <a:solidFill>
            <a:srgbClr val="FE7C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389120" y="786384"/>
            <a:ext cx="3749039" cy="301752"/>
          </a:xfrm>
          <a:prstGeom prst="rect">
            <a:avLst/>
          </a:prstGeom>
          <a:noFill/>
        </p:spPr>
        <p:txBody>
          <a:bodyPr wrap="square" anchor="ctr" lIns="54864" rIns="54864" tIns="27432" bIns="27432">
            <a:spAutoFit/>
          </a:bodyPr>
          <a:lstStyle/>
          <a:p>
            <a:pPr algn="l">
              <a:defRPr sz="800" b="1">
                <a:solidFill>
                  <a:srgbClr val="FFFFFF"/>
                </a:solidFill>
                <a:latin typeface="Arial"/>
              </a:defRPr>
            </a:pPr>
            <a:r>
              <a:t>Big Bets — High Impact / High Effort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297680" y="1097280"/>
            <a:ext cx="3931920" cy="196596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389120" y="1188720"/>
            <a:ext cx="3749039" cy="1783080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l">
              <a:defRPr sz="800" b="0">
                <a:solidFill>
                  <a:srgbClr val="000000"/>
                </a:solidFill>
                <a:latin typeface="Arial"/>
              </a:defRPr>
            </a:pPr>
            <a:r>
              <a:t>{{q2}}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74320" y="3246120"/>
            <a:ext cx="3931920" cy="320040"/>
          </a:xfrm>
          <a:prstGeom prst="rect">
            <a:avLst/>
          </a:prstGeom>
          <a:solidFill>
            <a:srgbClr val="CBD1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65760" y="3255263"/>
            <a:ext cx="3749039" cy="301752"/>
          </a:xfrm>
          <a:prstGeom prst="rect">
            <a:avLst/>
          </a:prstGeom>
          <a:noFill/>
        </p:spPr>
        <p:txBody>
          <a:bodyPr wrap="square" anchor="ctr" lIns="54864" rIns="54864" tIns="27432" bIns="27432">
            <a:spAutoFit/>
          </a:bodyPr>
          <a:lstStyle/>
          <a:p>
            <a:pPr algn="l">
              <a:defRPr sz="800" b="1">
                <a:solidFill>
                  <a:srgbClr val="000000"/>
                </a:solidFill>
                <a:latin typeface="Arial"/>
              </a:defRPr>
            </a:pPr>
            <a:r>
              <a:t>Fill-ins — Low Impact / Low Effort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4320" y="3566160"/>
            <a:ext cx="3931920" cy="196596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65760" y="3657600"/>
            <a:ext cx="3749039" cy="1783080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l">
              <a:defRPr sz="800" b="0">
                <a:solidFill>
                  <a:srgbClr val="000000"/>
                </a:solidFill>
                <a:latin typeface="Arial"/>
              </a:defRPr>
            </a:pPr>
            <a:r>
              <a:t>{{q3}}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297680" y="3246120"/>
            <a:ext cx="3931920" cy="32004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389120" y="3255263"/>
            <a:ext cx="3749039" cy="301752"/>
          </a:xfrm>
          <a:prstGeom prst="rect">
            <a:avLst/>
          </a:prstGeom>
          <a:noFill/>
        </p:spPr>
        <p:txBody>
          <a:bodyPr wrap="square" anchor="ctr" lIns="54864" rIns="54864" tIns="27432" bIns="27432">
            <a:spAutoFit/>
          </a:bodyPr>
          <a:lstStyle/>
          <a:p>
            <a:pPr algn="l">
              <a:defRPr sz="800" b="1">
                <a:solidFill>
                  <a:srgbClr val="000000"/>
                </a:solidFill>
                <a:latin typeface="Arial"/>
              </a:defRPr>
            </a:pPr>
            <a:r>
              <a:t>Deprioritize — Low Impact / High Effort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297680" y="3566160"/>
            <a:ext cx="3931920" cy="196596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389120" y="3657600"/>
            <a:ext cx="3749039" cy="1783080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l">
              <a:defRPr sz="800" b="0">
                <a:solidFill>
                  <a:srgbClr val="000000"/>
                </a:solidFill>
                <a:latin typeface="Arial"/>
              </a:defRPr>
            </a:pPr>
            <a:r>
              <a:t>{{q4}}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74320" y="5760720"/>
            <a:ext cx="3931920" cy="182880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ctr">
              <a:defRPr sz="700" b="0">
                <a:solidFill>
                  <a:srgbClr val="A1A8B3"/>
                </a:solidFill>
                <a:latin typeface="Arial"/>
              </a:defRPr>
            </a:pPr>
            <a:r>
              <a:t>← Low Effort        High Effort →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297680" y="5760720"/>
            <a:ext cx="3931920" cy="182880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ctr">
              <a:defRPr sz="700" b="0">
                <a:solidFill>
                  <a:srgbClr val="A1A8B3"/>
                </a:solidFill>
                <a:latin typeface="Arial"/>
              </a:defRPr>
            </a:pPr>
            <a:r>
              <a:t>← Low Effort        High Effort →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74320" y="5943600"/>
            <a:ext cx="8595360" cy="45720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274320" y="5943600"/>
            <a:ext cx="54864" cy="457200"/>
          </a:xfrm>
          <a:prstGeom prst="rect">
            <a:avLst/>
          </a:prstGeom>
          <a:solidFill>
            <a:srgbClr val="FD51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57200" y="5989320"/>
            <a:ext cx="8229600" cy="365760"/>
          </a:xfrm>
          <a:prstGeom prst="rect">
            <a:avLst/>
          </a:prstGeom>
          <a:noFill/>
        </p:spPr>
        <p:txBody>
          <a:bodyPr wrap="square" anchor="ctr" lIns="54864" rIns="54864" tIns="27432" bIns="27432">
            <a:spAutoFit/>
          </a:bodyPr>
          <a:lstStyle/>
          <a:p>
            <a:pPr algn="l">
              <a:defRPr sz="900" b="1">
                <a:solidFill>
                  <a:srgbClr val="FFFFFF"/>
                </a:solidFill>
                <a:latin typeface="Arial"/>
              </a:defRPr>
            </a:pPr>
            <a:r>
              <a:t>{{takeaway}}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6576" cy="502920"/>
          </a:xfrm>
          <a:prstGeom prst="rect">
            <a:avLst/>
          </a:prstGeom>
          <a:solidFill>
            <a:srgbClr val="FD51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" y="73152"/>
            <a:ext cx="5943600" cy="365760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Georgia"/>
              </a:defRPr>
            </a:pPr>
            <a:r>
              <a:t>{{title}}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0" y="109728"/>
            <a:ext cx="2743200" cy="274320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r">
              <a:defRPr sz="700" b="0">
                <a:solidFill>
                  <a:srgbClr val="CBD1D6"/>
                </a:solidFill>
                <a:latin typeface="Arial"/>
              </a:defRPr>
            </a:pPr>
            <a:r>
              <a:t>{{breadcrumb}}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6537960"/>
            <a:ext cx="8595360" cy="4572"/>
          </a:xfrm>
          <a:prstGeom prst="rect">
            <a:avLst/>
          </a:prstGeom>
          <a:solidFill>
            <a:srgbClr val="DDDD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6583680"/>
            <a:ext cx="4572000" cy="182880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l">
              <a:defRPr sz="600" b="0">
                <a:solidFill>
                  <a:srgbClr val="A1A8B3"/>
                </a:solidFill>
                <a:latin typeface="Arial"/>
              </a:defRPr>
            </a:pPr>
            <a:r>
              <a:t>Strictly Private and Confidential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" y="777240"/>
            <a:ext cx="1828800" cy="502920"/>
          </a:xfrm>
          <a:prstGeom prst="rect">
            <a:avLst/>
          </a:prstGeom>
          <a:noFill/>
        </p:spPr>
        <p:txBody>
          <a:bodyPr wrap="square" anchor="ctr" lIns="54864" rIns="54864" tIns="27432" bIns="27432">
            <a:spAutoFit/>
          </a:bodyPr>
          <a:lstStyle/>
          <a:p>
            <a:pPr algn="l">
              <a:defRPr sz="800" b="1">
                <a:solidFill>
                  <a:srgbClr val="000000"/>
                </a:solidFill>
                <a:latin typeface="Arial"/>
              </a:defRPr>
            </a:pPr>
            <a:r>
              <a:t>{{var_0}}</a:t>
            </a:r>
          </a:p>
        </p:txBody>
      </p:sp>
      <p:sp>
        <p:nvSpPr>
          <p:cNvPr id="9" name="Rectangle 8"/>
          <p:cNvSpPr/>
          <p:nvPr/>
        </p:nvSpPr>
        <p:spPr>
          <a:xfrm>
            <a:off x="1371600" y="822960"/>
            <a:ext cx="3200400" cy="411480"/>
          </a:xfrm>
          <a:prstGeom prst="rect">
            <a:avLst/>
          </a:prstGeom>
          <a:solidFill>
            <a:srgbClr val="A1A8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71600" y="822960"/>
            <a:ext cx="3200400" cy="411480"/>
          </a:xfrm>
          <a:prstGeom prst="rect">
            <a:avLst/>
          </a:prstGeom>
          <a:noFill/>
        </p:spPr>
        <p:txBody>
          <a:bodyPr wrap="square" anchor="ctr" lIns="54864" rIns="54864" tIns="27432" bIns="27432">
            <a:spAutoFit/>
          </a:bodyPr>
          <a:lstStyle/>
          <a:p>
            <a:pPr algn="ctr">
              <a:defRPr sz="700" b="1">
                <a:solidFill>
                  <a:srgbClr val="FFFFFF"/>
                </a:solidFill>
                <a:latin typeface="Arial"/>
              </a:defRPr>
            </a:pPr>
            <a:r>
              <a:t>{{neg_0}}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0" y="822960"/>
            <a:ext cx="3200400" cy="411480"/>
          </a:xfrm>
          <a:prstGeom prst="rect">
            <a:avLst/>
          </a:prstGeom>
          <a:solidFill>
            <a:srgbClr val="FD51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0" y="822960"/>
            <a:ext cx="3200400" cy="411480"/>
          </a:xfrm>
          <a:prstGeom prst="rect">
            <a:avLst/>
          </a:prstGeom>
          <a:noFill/>
        </p:spPr>
        <p:txBody>
          <a:bodyPr wrap="square" anchor="ctr" lIns="54864" rIns="54864" tIns="27432" bIns="27432">
            <a:spAutoFit/>
          </a:bodyPr>
          <a:lstStyle/>
          <a:p>
            <a:pPr algn="ctr">
              <a:defRPr sz="700" b="1">
                <a:solidFill>
                  <a:srgbClr val="FFFFFF"/>
                </a:solidFill>
                <a:latin typeface="Arial"/>
              </a:defRPr>
            </a:pPr>
            <a:r>
              <a:t>{{pos_0}}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4320" y="1371600"/>
            <a:ext cx="1828800" cy="502920"/>
          </a:xfrm>
          <a:prstGeom prst="rect">
            <a:avLst/>
          </a:prstGeom>
          <a:noFill/>
        </p:spPr>
        <p:txBody>
          <a:bodyPr wrap="square" anchor="ctr" lIns="54864" rIns="54864" tIns="27432" bIns="27432">
            <a:spAutoFit/>
          </a:bodyPr>
          <a:lstStyle/>
          <a:p>
            <a:pPr algn="l">
              <a:defRPr sz="800" b="1">
                <a:solidFill>
                  <a:srgbClr val="000000"/>
                </a:solidFill>
                <a:latin typeface="Arial"/>
              </a:defRPr>
            </a:pPr>
            <a:r>
              <a:t>{{var_1}}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851660" y="1417320"/>
            <a:ext cx="2720340" cy="411480"/>
          </a:xfrm>
          <a:prstGeom prst="rect">
            <a:avLst/>
          </a:prstGeom>
          <a:solidFill>
            <a:srgbClr val="A1A8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851660" y="1417320"/>
            <a:ext cx="2720340" cy="411480"/>
          </a:xfrm>
          <a:prstGeom prst="rect">
            <a:avLst/>
          </a:prstGeom>
          <a:noFill/>
        </p:spPr>
        <p:txBody>
          <a:bodyPr wrap="square" anchor="ctr" lIns="54864" rIns="54864" tIns="27432" bIns="27432">
            <a:spAutoFit/>
          </a:bodyPr>
          <a:lstStyle/>
          <a:p>
            <a:pPr algn="ctr">
              <a:defRPr sz="700" b="1">
                <a:solidFill>
                  <a:srgbClr val="FFFFFF"/>
                </a:solidFill>
                <a:latin typeface="Arial"/>
              </a:defRPr>
            </a:pPr>
            <a:r>
              <a:t>{{neg_1}}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0" y="1417320"/>
            <a:ext cx="2816352" cy="411480"/>
          </a:xfrm>
          <a:prstGeom prst="rect">
            <a:avLst/>
          </a:prstGeom>
          <a:solidFill>
            <a:srgbClr val="FD51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72000" y="1417320"/>
            <a:ext cx="2816352" cy="411480"/>
          </a:xfrm>
          <a:prstGeom prst="rect">
            <a:avLst/>
          </a:prstGeom>
          <a:noFill/>
        </p:spPr>
        <p:txBody>
          <a:bodyPr wrap="square" anchor="ctr" lIns="54864" rIns="54864" tIns="27432" bIns="27432">
            <a:spAutoFit/>
          </a:bodyPr>
          <a:lstStyle/>
          <a:p>
            <a:pPr algn="ctr">
              <a:defRPr sz="700" b="1">
                <a:solidFill>
                  <a:srgbClr val="FFFFFF"/>
                </a:solidFill>
                <a:latin typeface="Arial"/>
              </a:defRPr>
            </a:pPr>
            <a:r>
              <a:t>{{pos_1}}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74320" y="1965960"/>
            <a:ext cx="1828800" cy="502920"/>
          </a:xfrm>
          <a:prstGeom prst="rect">
            <a:avLst/>
          </a:prstGeom>
          <a:noFill/>
        </p:spPr>
        <p:txBody>
          <a:bodyPr wrap="square" anchor="ctr" lIns="54864" rIns="54864" tIns="27432" bIns="27432">
            <a:spAutoFit/>
          </a:bodyPr>
          <a:lstStyle/>
          <a:p>
            <a:pPr algn="l">
              <a:defRPr sz="800" b="1">
                <a:solidFill>
                  <a:srgbClr val="000000"/>
                </a:solidFill>
                <a:latin typeface="Arial"/>
              </a:defRPr>
            </a:pPr>
            <a:r>
              <a:t>{{var_2}}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331720" y="2011679"/>
            <a:ext cx="2240279" cy="411480"/>
          </a:xfrm>
          <a:prstGeom prst="rect">
            <a:avLst/>
          </a:prstGeom>
          <a:solidFill>
            <a:srgbClr val="A1A8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331720" y="2011679"/>
            <a:ext cx="2240279" cy="411480"/>
          </a:xfrm>
          <a:prstGeom prst="rect">
            <a:avLst/>
          </a:prstGeom>
          <a:noFill/>
        </p:spPr>
        <p:txBody>
          <a:bodyPr wrap="square" anchor="ctr" lIns="54864" rIns="54864" tIns="27432" bIns="27432">
            <a:spAutoFit/>
          </a:bodyPr>
          <a:lstStyle/>
          <a:p>
            <a:pPr algn="ctr">
              <a:defRPr sz="700" b="1">
                <a:solidFill>
                  <a:srgbClr val="FFFFFF"/>
                </a:solidFill>
                <a:latin typeface="Arial"/>
              </a:defRPr>
            </a:pPr>
            <a:r>
              <a:t>{{neg_2}}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0" y="2011679"/>
            <a:ext cx="2432304" cy="411480"/>
          </a:xfrm>
          <a:prstGeom prst="rect">
            <a:avLst/>
          </a:prstGeom>
          <a:solidFill>
            <a:srgbClr val="FD51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72000" y="2011679"/>
            <a:ext cx="2432304" cy="411480"/>
          </a:xfrm>
          <a:prstGeom prst="rect">
            <a:avLst/>
          </a:prstGeom>
          <a:noFill/>
        </p:spPr>
        <p:txBody>
          <a:bodyPr wrap="square" anchor="ctr" lIns="54864" rIns="54864" tIns="27432" bIns="27432">
            <a:spAutoFit/>
          </a:bodyPr>
          <a:lstStyle/>
          <a:p>
            <a:pPr algn="ctr">
              <a:defRPr sz="700" b="1">
                <a:solidFill>
                  <a:srgbClr val="FFFFFF"/>
                </a:solidFill>
                <a:latin typeface="Arial"/>
              </a:defRPr>
            </a:pPr>
            <a:r>
              <a:t>{{pos_2}}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74320" y="2560320"/>
            <a:ext cx="1828800" cy="502920"/>
          </a:xfrm>
          <a:prstGeom prst="rect">
            <a:avLst/>
          </a:prstGeom>
          <a:noFill/>
        </p:spPr>
        <p:txBody>
          <a:bodyPr wrap="square" anchor="ctr" lIns="54864" rIns="54864" tIns="27432" bIns="27432">
            <a:spAutoFit/>
          </a:bodyPr>
          <a:lstStyle/>
          <a:p>
            <a:pPr algn="l">
              <a:defRPr sz="800" b="1">
                <a:solidFill>
                  <a:srgbClr val="000000"/>
                </a:solidFill>
                <a:latin typeface="Arial"/>
              </a:defRPr>
            </a:pPr>
            <a:r>
              <a:t>{{var_3}}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811779" y="2606040"/>
            <a:ext cx="1760220" cy="411480"/>
          </a:xfrm>
          <a:prstGeom prst="rect">
            <a:avLst/>
          </a:prstGeom>
          <a:solidFill>
            <a:srgbClr val="A1A8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811779" y="2606040"/>
            <a:ext cx="1760220" cy="411480"/>
          </a:xfrm>
          <a:prstGeom prst="rect">
            <a:avLst/>
          </a:prstGeom>
          <a:noFill/>
        </p:spPr>
        <p:txBody>
          <a:bodyPr wrap="square" anchor="ctr" lIns="54864" rIns="54864" tIns="27432" bIns="27432">
            <a:spAutoFit/>
          </a:bodyPr>
          <a:lstStyle/>
          <a:p>
            <a:pPr algn="ctr">
              <a:defRPr sz="700" b="1">
                <a:solidFill>
                  <a:srgbClr val="FFFFFF"/>
                </a:solidFill>
                <a:latin typeface="Arial"/>
              </a:defRPr>
            </a:pPr>
            <a:r>
              <a:t>{{neg_3}}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572000" y="2606040"/>
            <a:ext cx="2048256" cy="411480"/>
          </a:xfrm>
          <a:prstGeom prst="rect">
            <a:avLst/>
          </a:prstGeom>
          <a:solidFill>
            <a:srgbClr val="FD51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572000" y="2606040"/>
            <a:ext cx="2048256" cy="411480"/>
          </a:xfrm>
          <a:prstGeom prst="rect">
            <a:avLst/>
          </a:prstGeom>
          <a:noFill/>
        </p:spPr>
        <p:txBody>
          <a:bodyPr wrap="square" anchor="ctr" lIns="54864" rIns="54864" tIns="27432" bIns="27432">
            <a:spAutoFit/>
          </a:bodyPr>
          <a:lstStyle/>
          <a:p>
            <a:pPr algn="ctr">
              <a:defRPr sz="700" b="1">
                <a:solidFill>
                  <a:srgbClr val="FFFFFF"/>
                </a:solidFill>
                <a:latin typeface="Arial"/>
              </a:defRPr>
            </a:pPr>
            <a:r>
              <a:t>{{pos_3}}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74320" y="3154680"/>
            <a:ext cx="1828800" cy="502920"/>
          </a:xfrm>
          <a:prstGeom prst="rect">
            <a:avLst/>
          </a:prstGeom>
          <a:noFill/>
        </p:spPr>
        <p:txBody>
          <a:bodyPr wrap="square" anchor="ctr" lIns="54864" rIns="54864" tIns="27432" bIns="27432">
            <a:spAutoFit/>
          </a:bodyPr>
          <a:lstStyle/>
          <a:p>
            <a:pPr algn="l">
              <a:defRPr sz="800" b="1">
                <a:solidFill>
                  <a:srgbClr val="000000"/>
                </a:solidFill>
                <a:latin typeface="Arial"/>
              </a:defRPr>
            </a:pPr>
            <a:r>
              <a:t>{{var_4}}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291839" y="3200400"/>
            <a:ext cx="1280160" cy="411480"/>
          </a:xfrm>
          <a:prstGeom prst="rect">
            <a:avLst/>
          </a:prstGeom>
          <a:solidFill>
            <a:srgbClr val="A1A8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291839" y="3200400"/>
            <a:ext cx="1280160" cy="411480"/>
          </a:xfrm>
          <a:prstGeom prst="rect">
            <a:avLst/>
          </a:prstGeom>
          <a:noFill/>
        </p:spPr>
        <p:txBody>
          <a:bodyPr wrap="square" anchor="ctr" lIns="54864" rIns="54864" tIns="27432" bIns="27432">
            <a:spAutoFit/>
          </a:bodyPr>
          <a:lstStyle/>
          <a:p>
            <a:pPr algn="ctr">
              <a:defRPr sz="700" b="1">
                <a:solidFill>
                  <a:srgbClr val="FFFFFF"/>
                </a:solidFill>
                <a:latin typeface="Arial"/>
              </a:defRPr>
            </a:pPr>
            <a:r>
              <a:t>{{neg_4}}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572000" y="3200400"/>
            <a:ext cx="1664208" cy="411480"/>
          </a:xfrm>
          <a:prstGeom prst="rect">
            <a:avLst/>
          </a:prstGeom>
          <a:solidFill>
            <a:srgbClr val="FD51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572000" y="3200400"/>
            <a:ext cx="1664208" cy="411480"/>
          </a:xfrm>
          <a:prstGeom prst="rect">
            <a:avLst/>
          </a:prstGeom>
          <a:noFill/>
        </p:spPr>
        <p:txBody>
          <a:bodyPr wrap="square" anchor="ctr" lIns="54864" rIns="54864" tIns="27432" bIns="27432">
            <a:spAutoFit/>
          </a:bodyPr>
          <a:lstStyle/>
          <a:p>
            <a:pPr algn="ctr">
              <a:defRPr sz="700" b="1">
                <a:solidFill>
                  <a:srgbClr val="FFFFFF"/>
                </a:solidFill>
                <a:latin typeface="Arial"/>
              </a:defRPr>
            </a:pPr>
            <a:r>
              <a:t>{{pos_4}}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74320" y="3749039"/>
            <a:ext cx="1828800" cy="502920"/>
          </a:xfrm>
          <a:prstGeom prst="rect">
            <a:avLst/>
          </a:prstGeom>
          <a:noFill/>
        </p:spPr>
        <p:txBody>
          <a:bodyPr wrap="square" anchor="ctr" lIns="54864" rIns="54864" tIns="27432" bIns="27432">
            <a:spAutoFit/>
          </a:bodyPr>
          <a:lstStyle/>
          <a:p>
            <a:pPr algn="l">
              <a:defRPr sz="800" b="1">
                <a:solidFill>
                  <a:srgbClr val="000000"/>
                </a:solidFill>
                <a:latin typeface="Arial"/>
              </a:defRPr>
            </a:pPr>
            <a:r>
              <a:t>{{var_5}}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771900" y="3794759"/>
            <a:ext cx="800100" cy="411480"/>
          </a:xfrm>
          <a:prstGeom prst="rect">
            <a:avLst/>
          </a:prstGeom>
          <a:solidFill>
            <a:srgbClr val="A1A8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771900" y="3794759"/>
            <a:ext cx="800100" cy="411480"/>
          </a:xfrm>
          <a:prstGeom prst="rect">
            <a:avLst/>
          </a:prstGeom>
          <a:noFill/>
        </p:spPr>
        <p:txBody>
          <a:bodyPr wrap="square" anchor="ctr" lIns="54864" rIns="54864" tIns="27432" bIns="27432">
            <a:spAutoFit/>
          </a:bodyPr>
          <a:lstStyle/>
          <a:p>
            <a:pPr algn="ctr">
              <a:defRPr sz="700" b="1">
                <a:solidFill>
                  <a:srgbClr val="FFFFFF"/>
                </a:solidFill>
                <a:latin typeface="Arial"/>
              </a:defRPr>
            </a:pPr>
            <a:r>
              <a:t>{{neg_5}}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572000" y="3794759"/>
            <a:ext cx="1280160" cy="411480"/>
          </a:xfrm>
          <a:prstGeom prst="rect">
            <a:avLst/>
          </a:prstGeom>
          <a:solidFill>
            <a:srgbClr val="FD51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572000" y="3794759"/>
            <a:ext cx="1280160" cy="411480"/>
          </a:xfrm>
          <a:prstGeom prst="rect">
            <a:avLst/>
          </a:prstGeom>
          <a:noFill/>
        </p:spPr>
        <p:txBody>
          <a:bodyPr wrap="square" anchor="ctr" lIns="54864" rIns="54864" tIns="27432" bIns="27432">
            <a:spAutoFit/>
          </a:bodyPr>
          <a:lstStyle/>
          <a:p>
            <a:pPr algn="ctr">
              <a:defRPr sz="700" b="1">
                <a:solidFill>
                  <a:srgbClr val="FFFFFF"/>
                </a:solidFill>
                <a:latin typeface="Arial"/>
              </a:defRPr>
            </a:pPr>
            <a:r>
              <a:t>{{pos_5}}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567428" y="777240"/>
            <a:ext cx="9144" cy="356616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657600" y="4434840"/>
            <a:ext cx="1828800" cy="182880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ctr">
              <a:defRPr sz="700" b="1">
                <a:solidFill>
                  <a:srgbClr val="000000"/>
                </a:solidFill>
                <a:latin typeface="Arial"/>
              </a:defRPr>
            </a:pPr>
            <a:r>
              <a:t>Base Case</a:t>
            </a:r>
          </a:p>
        </p:txBody>
      </p:sp>
      <p:sp>
        <p:nvSpPr>
          <p:cNvPr id="40" name="Rectangle 39"/>
          <p:cNvSpPr/>
          <p:nvPr/>
        </p:nvSpPr>
        <p:spPr>
          <a:xfrm>
            <a:off x="274320" y="5943600"/>
            <a:ext cx="8595360" cy="45720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274320" y="5943600"/>
            <a:ext cx="54864" cy="457200"/>
          </a:xfrm>
          <a:prstGeom prst="rect">
            <a:avLst/>
          </a:prstGeom>
          <a:solidFill>
            <a:srgbClr val="FD51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57200" y="5989320"/>
            <a:ext cx="8229600" cy="365760"/>
          </a:xfrm>
          <a:prstGeom prst="rect">
            <a:avLst/>
          </a:prstGeom>
          <a:noFill/>
        </p:spPr>
        <p:txBody>
          <a:bodyPr wrap="square" anchor="ctr" lIns="54864" rIns="54864" tIns="27432" bIns="27432">
            <a:spAutoFit/>
          </a:bodyPr>
          <a:lstStyle/>
          <a:p>
            <a:pPr algn="l">
              <a:defRPr sz="900" b="1">
                <a:solidFill>
                  <a:srgbClr val="FFFFFF"/>
                </a:solidFill>
                <a:latin typeface="Arial"/>
              </a:defRPr>
            </a:pPr>
            <a:r>
              <a:t>{{takeaway}}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6576" cy="502920"/>
          </a:xfrm>
          <a:prstGeom prst="rect">
            <a:avLst/>
          </a:prstGeom>
          <a:solidFill>
            <a:srgbClr val="FD51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" y="73152"/>
            <a:ext cx="5943600" cy="365760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Georgia"/>
              </a:defRPr>
            </a:pPr>
            <a:r>
              <a:t>{{title}}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0" y="109728"/>
            <a:ext cx="2743200" cy="274320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r">
              <a:defRPr sz="700" b="0">
                <a:solidFill>
                  <a:srgbClr val="CBD1D6"/>
                </a:solidFill>
                <a:latin typeface="Arial"/>
              </a:defRPr>
            </a:pPr>
            <a:r>
              <a:t>{{breadcrumb}}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6537960"/>
            <a:ext cx="8595360" cy="4572"/>
          </a:xfrm>
          <a:prstGeom prst="rect">
            <a:avLst/>
          </a:prstGeom>
          <a:solidFill>
            <a:srgbClr val="DDDD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6583680"/>
            <a:ext cx="4572000" cy="182880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l">
              <a:defRPr sz="600" b="0">
                <a:solidFill>
                  <a:srgbClr val="A1A8B3"/>
                </a:solidFill>
                <a:latin typeface="Arial"/>
              </a:defRPr>
            </a:pPr>
            <a:r>
              <a:t>Strictly Private and Confidential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2286000"/>
            <a:ext cx="1828800" cy="73152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2331720"/>
            <a:ext cx="1645920" cy="640080"/>
          </a:xfrm>
          <a:prstGeom prst="rect">
            <a:avLst/>
          </a:prstGeom>
          <a:noFill/>
        </p:spPr>
        <p:txBody>
          <a:bodyPr wrap="square" anchor="ctr" lIns="54864" rIns="54864" tIns="27432" bIns="27432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Arial"/>
              </a:defRPr>
            </a:pPr>
            <a:r>
              <a:t>{{root}}</a:t>
            </a:r>
          </a:p>
        </p:txBody>
      </p:sp>
      <p:cxnSp>
        <p:nvCxnSpPr>
          <p:cNvPr id="10" name="Connector 9"/>
          <p:cNvCxnSpPr/>
          <p:nvPr/>
        </p:nvCxnSpPr>
        <p:spPr>
          <a:xfrm flipV="1">
            <a:off x="2103120" y="1645920"/>
            <a:ext cx="640080" cy="1005840"/>
          </a:xfrm>
          <a:prstGeom prst="line">
            <a:avLst/>
          </a:prstGeom>
          <a:ln w="9525">
            <a:solidFill>
              <a:srgbClr val="A1A8B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2103120" y="2651760"/>
            <a:ext cx="640080" cy="1005840"/>
          </a:xfrm>
          <a:prstGeom prst="line">
            <a:avLst/>
          </a:prstGeom>
          <a:ln w="9525">
            <a:solidFill>
              <a:srgbClr val="A1A8B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ectangle 11"/>
          <p:cNvSpPr/>
          <p:nvPr/>
        </p:nvSpPr>
        <p:spPr>
          <a:xfrm>
            <a:off x="2743200" y="1280160"/>
            <a:ext cx="1828800" cy="731520"/>
          </a:xfrm>
          <a:prstGeom prst="rect">
            <a:avLst/>
          </a:prstGeom>
          <a:solidFill>
            <a:srgbClr val="FD51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834640" y="1325880"/>
            <a:ext cx="1645920" cy="640080"/>
          </a:xfrm>
          <a:prstGeom prst="rect">
            <a:avLst/>
          </a:prstGeom>
          <a:noFill/>
        </p:spPr>
        <p:txBody>
          <a:bodyPr wrap="square" anchor="ctr" lIns="54864" rIns="54864" tIns="27432" bIns="27432">
            <a:spAutoFit/>
          </a:bodyPr>
          <a:lstStyle/>
          <a:p>
            <a:pPr algn="ctr">
              <a:defRPr sz="800" b="1">
                <a:solidFill>
                  <a:srgbClr val="FFFFFF"/>
                </a:solidFill>
                <a:latin typeface="Arial"/>
              </a:defRPr>
            </a:pPr>
            <a:r>
              <a:t>{{branch_a}}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743200" y="3291840"/>
            <a:ext cx="1828800" cy="731520"/>
          </a:xfrm>
          <a:prstGeom prst="rect">
            <a:avLst/>
          </a:prstGeom>
          <a:solidFill>
            <a:srgbClr val="A1A8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834640" y="3337560"/>
            <a:ext cx="1645920" cy="640080"/>
          </a:xfrm>
          <a:prstGeom prst="rect">
            <a:avLst/>
          </a:prstGeom>
          <a:noFill/>
        </p:spPr>
        <p:txBody>
          <a:bodyPr wrap="square" anchor="ctr" lIns="54864" rIns="54864" tIns="27432" bIns="27432">
            <a:spAutoFit/>
          </a:bodyPr>
          <a:lstStyle/>
          <a:p>
            <a:pPr algn="ctr">
              <a:defRPr sz="800" b="1">
                <a:solidFill>
                  <a:srgbClr val="FFFFFF"/>
                </a:solidFill>
                <a:latin typeface="Arial"/>
              </a:defRPr>
            </a:pPr>
            <a:r>
              <a:t>{{branch_b}}</a:t>
            </a:r>
          </a:p>
        </p:txBody>
      </p:sp>
      <p:cxnSp>
        <p:nvCxnSpPr>
          <p:cNvPr id="16" name="Connector 15"/>
          <p:cNvCxnSpPr/>
          <p:nvPr/>
        </p:nvCxnSpPr>
        <p:spPr>
          <a:xfrm flipV="1">
            <a:off x="4572000" y="1097280"/>
            <a:ext cx="640080" cy="548640"/>
          </a:xfrm>
          <a:prstGeom prst="line">
            <a:avLst/>
          </a:prstGeom>
          <a:ln w="9525">
            <a:solidFill>
              <a:srgbClr val="A1A8B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4572000" y="1645920"/>
            <a:ext cx="640080" cy="548640"/>
          </a:xfrm>
          <a:prstGeom prst="line">
            <a:avLst/>
          </a:prstGeom>
          <a:ln w="9525">
            <a:solidFill>
              <a:srgbClr val="A1A8B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ectangle 17"/>
          <p:cNvSpPr/>
          <p:nvPr/>
        </p:nvSpPr>
        <p:spPr>
          <a:xfrm>
            <a:off x="5212080" y="731520"/>
            <a:ext cx="1828800" cy="640080"/>
          </a:xfrm>
          <a:prstGeom prst="rect">
            <a:avLst/>
          </a:prstGeom>
          <a:solidFill>
            <a:srgbClr val="FE7C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303520" y="777240"/>
            <a:ext cx="1645920" cy="548640"/>
          </a:xfrm>
          <a:prstGeom prst="rect">
            <a:avLst/>
          </a:prstGeom>
          <a:noFill/>
        </p:spPr>
        <p:txBody>
          <a:bodyPr wrap="square" anchor="ctr" lIns="54864" rIns="54864" tIns="27432" bIns="27432">
            <a:spAutoFit/>
          </a:bodyPr>
          <a:lstStyle/>
          <a:p>
            <a:pPr algn="ctr">
              <a:defRPr sz="700" b="0">
                <a:solidFill>
                  <a:srgbClr val="FFFFFF"/>
                </a:solidFill>
                <a:latin typeface="Arial"/>
              </a:defRPr>
            </a:pPr>
            <a:r>
              <a:t>{{outcome_a1}}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212080" y="1920240"/>
            <a:ext cx="1828800" cy="640080"/>
          </a:xfrm>
          <a:prstGeom prst="rect">
            <a:avLst/>
          </a:prstGeom>
          <a:solidFill>
            <a:srgbClr val="F2F2F2"/>
          </a:solidFill>
          <a:ln w="6350">
            <a:solidFill>
              <a:srgbClr val="DDDD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303520" y="1965960"/>
            <a:ext cx="1645920" cy="548640"/>
          </a:xfrm>
          <a:prstGeom prst="rect">
            <a:avLst/>
          </a:prstGeom>
          <a:noFill/>
        </p:spPr>
        <p:txBody>
          <a:bodyPr wrap="square" anchor="ctr" lIns="54864" rIns="54864" tIns="27432" bIns="27432">
            <a:spAutoFit/>
          </a:bodyPr>
          <a:lstStyle/>
          <a:p>
            <a:pPr algn="ctr">
              <a:defRPr sz="700" b="0">
                <a:solidFill>
                  <a:srgbClr val="000000"/>
                </a:solidFill>
                <a:latin typeface="Arial"/>
              </a:defRPr>
            </a:pPr>
            <a:r>
              <a:t>{{outcome_a2}}</a:t>
            </a:r>
          </a:p>
        </p:txBody>
      </p:sp>
      <p:cxnSp>
        <p:nvCxnSpPr>
          <p:cNvPr id="22" name="Connector 21"/>
          <p:cNvCxnSpPr/>
          <p:nvPr/>
        </p:nvCxnSpPr>
        <p:spPr>
          <a:xfrm flipV="1">
            <a:off x="4572000" y="3108960"/>
            <a:ext cx="640080" cy="548640"/>
          </a:xfrm>
          <a:prstGeom prst="line">
            <a:avLst/>
          </a:prstGeom>
          <a:ln w="9525">
            <a:solidFill>
              <a:srgbClr val="A1A8B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4572000" y="3657600"/>
            <a:ext cx="640080" cy="548640"/>
          </a:xfrm>
          <a:prstGeom prst="line">
            <a:avLst/>
          </a:prstGeom>
          <a:ln w="9525">
            <a:solidFill>
              <a:srgbClr val="A1A8B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ectangle 23"/>
          <p:cNvSpPr/>
          <p:nvPr/>
        </p:nvSpPr>
        <p:spPr>
          <a:xfrm>
            <a:off x="5212080" y="2743200"/>
            <a:ext cx="1828800" cy="640080"/>
          </a:xfrm>
          <a:prstGeom prst="rect">
            <a:avLst/>
          </a:prstGeom>
          <a:solidFill>
            <a:srgbClr val="F2F2F2"/>
          </a:solidFill>
          <a:ln w="6350">
            <a:solidFill>
              <a:srgbClr val="DDDD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303520" y="2788920"/>
            <a:ext cx="1645920" cy="548640"/>
          </a:xfrm>
          <a:prstGeom prst="rect">
            <a:avLst/>
          </a:prstGeom>
          <a:noFill/>
        </p:spPr>
        <p:txBody>
          <a:bodyPr wrap="square" anchor="ctr" lIns="54864" rIns="54864" tIns="27432" bIns="27432">
            <a:spAutoFit/>
          </a:bodyPr>
          <a:lstStyle/>
          <a:p>
            <a:pPr algn="ctr">
              <a:defRPr sz="700" b="0">
                <a:solidFill>
                  <a:srgbClr val="000000"/>
                </a:solidFill>
                <a:latin typeface="Arial"/>
              </a:defRPr>
            </a:pPr>
            <a:r>
              <a:t>{{outcome_b1}}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212080" y="3840480"/>
            <a:ext cx="1828800" cy="640080"/>
          </a:xfrm>
          <a:prstGeom prst="rect">
            <a:avLst/>
          </a:prstGeom>
          <a:solidFill>
            <a:srgbClr val="F2F2F2"/>
          </a:solidFill>
          <a:ln w="6350">
            <a:solidFill>
              <a:srgbClr val="DDDD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303520" y="3886200"/>
            <a:ext cx="1645920" cy="548640"/>
          </a:xfrm>
          <a:prstGeom prst="rect">
            <a:avLst/>
          </a:prstGeom>
          <a:noFill/>
        </p:spPr>
        <p:txBody>
          <a:bodyPr wrap="square" anchor="ctr" lIns="54864" rIns="54864" tIns="27432" bIns="27432">
            <a:spAutoFit/>
          </a:bodyPr>
          <a:lstStyle/>
          <a:p>
            <a:pPr algn="ctr">
              <a:defRPr sz="700" b="0">
                <a:solidFill>
                  <a:srgbClr val="000000"/>
                </a:solidFill>
                <a:latin typeface="Arial"/>
              </a:defRPr>
            </a:pPr>
            <a:r>
              <a:t>{{outcome_b2}}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132320" y="822960"/>
            <a:ext cx="1737360" cy="457200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l">
              <a:defRPr sz="800" b="1">
                <a:solidFill>
                  <a:srgbClr val="FD5108"/>
                </a:solidFill>
                <a:latin typeface="Arial"/>
              </a:defRPr>
            </a:pPr>
            <a:r>
              <a:t>{{value_a1}}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132320" y="2011680"/>
            <a:ext cx="1737360" cy="457200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l">
              <a:defRPr sz="800" b="1">
                <a:solidFill>
                  <a:srgbClr val="000000"/>
                </a:solidFill>
                <a:latin typeface="Arial"/>
              </a:defRPr>
            </a:pPr>
            <a:r>
              <a:t>{{value_a2}}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132320" y="2834640"/>
            <a:ext cx="1737360" cy="457200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l">
              <a:defRPr sz="800" b="1">
                <a:solidFill>
                  <a:srgbClr val="000000"/>
                </a:solidFill>
                <a:latin typeface="Arial"/>
              </a:defRPr>
            </a:pPr>
            <a:r>
              <a:t>{{value_b1}}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132320" y="3931920"/>
            <a:ext cx="1737360" cy="457200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l">
              <a:defRPr sz="800" b="1">
                <a:solidFill>
                  <a:srgbClr val="000000"/>
                </a:solidFill>
                <a:latin typeface="Arial"/>
              </a:defRPr>
            </a:pPr>
            <a:r>
              <a:t>{{value_b2}}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74320" y="4846320"/>
            <a:ext cx="8595360" cy="45720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274320" y="4846320"/>
            <a:ext cx="54864" cy="457200"/>
          </a:xfrm>
          <a:prstGeom prst="rect">
            <a:avLst/>
          </a:prstGeom>
          <a:solidFill>
            <a:srgbClr val="FD51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57200" y="4892040"/>
            <a:ext cx="8229600" cy="365760"/>
          </a:xfrm>
          <a:prstGeom prst="rect">
            <a:avLst/>
          </a:prstGeom>
          <a:noFill/>
        </p:spPr>
        <p:txBody>
          <a:bodyPr wrap="square" anchor="ctr" lIns="54864" rIns="54864" tIns="27432" bIns="27432">
            <a:spAutoFit/>
          </a:bodyPr>
          <a:lstStyle/>
          <a:p>
            <a:pPr algn="l">
              <a:defRPr sz="900" b="1">
                <a:solidFill>
                  <a:srgbClr val="FFFFFF"/>
                </a:solidFill>
                <a:latin typeface="Arial"/>
              </a:defRPr>
            </a:pPr>
            <a:r>
              <a:t>{{takeaway}}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6576" cy="502920"/>
          </a:xfrm>
          <a:prstGeom prst="rect">
            <a:avLst/>
          </a:prstGeom>
          <a:solidFill>
            <a:srgbClr val="FD51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" y="73152"/>
            <a:ext cx="5943600" cy="365760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Georgia"/>
              </a:defRPr>
            </a:pPr>
            <a:r>
              <a:t>{{title}}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0" y="109728"/>
            <a:ext cx="2743200" cy="274320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r">
              <a:defRPr sz="700" b="0">
                <a:solidFill>
                  <a:srgbClr val="CBD1D6"/>
                </a:solidFill>
                <a:latin typeface="Arial"/>
              </a:defRPr>
            </a:pPr>
            <a:r>
              <a:t>{{breadcrumb}}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6537960"/>
            <a:ext cx="8595360" cy="4572"/>
          </a:xfrm>
          <a:prstGeom prst="rect">
            <a:avLst/>
          </a:prstGeom>
          <a:solidFill>
            <a:srgbClr val="DDDD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6583680"/>
            <a:ext cx="4572000" cy="182880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l">
              <a:defRPr sz="600" b="0">
                <a:solidFill>
                  <a:srgbClr val="A1A8B3"/>
                </a:solidFill>
                <a:latin typeface="Arial"/>
              </a:defRPr>
            </a:pPr>
            <a:r>
              <a:t>Strictly Private and Confidential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2103120"/>
            <a:ext cx="1828800" cy="914400"/>
          </a:xfrm>
          <a:prstGeom prst="rect">
            <a:avLst/>
          </a:prstGeom>
          <a:solidFill>
            <a:srgbClr val="FD51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2148840"/>
            <a:ext cx="1645920" cy="822960"/>
          </a:xfrm>
          <a:prstGeom prst="rect">
            <a:avLst/>
          </a:prstGeom>
          <a:noFill/>
        </p:spPr>
        <p:txBody>
          <a:bodyPr wrap="square" anchor="ctr" lIns="54864" rIns="54864" tIns="27432" bIns="27432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Arial"/>
              </a:defRPr>
            </a:pPr>
            <a:r>
              <a:t>{{total}}</a:t>
            </a:r>
            <a:br/>
            <a:r>
              <a:t>Total Revenue</a:t>
            </a:r>
          </a:p>
        </p:txBody>
      </p:sp>
      <p:cxnSp>
        <p:nvCxnSpPr>
          <p:cNvPr id="10" name="Connector 9"/>
          <p:cNvCxnSpPr/>
          <p:nvPr/>
        </p:nvCxnSpPr>
        <p:spPr>
          <a:xfrm flipV="1">
            <a:off x="2103120" y="1463040"/>
            <a:ext cx="640080" cy="1097280"/>
          </a:xfrm>
          <a:prstGeom prst="line">
            <a:avLst/>
          </a:prstGeom>
          <a:ln w="9525">
            <a:solidFill>
              <a:srgbClr val="A1A8B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2103120" y="2560320"/>
            <a:ext cx="640080" cy="1097280"/>
          </a:xfrm>
          <a:prstGeom prst="line">
            <a:avLst/>
          </a:prstGeom>
          <a:ln w="9525">
            <a:solidFill>
              <a:srgbClr val="A1A8B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ectangle 11"/>
          <p:cNvSpPr/>
          <p:nvPr/>
        </p:nvSpPr>
        <p:spPr>
          <a:xfrm>
            <a:off x="2743200" y="1097280"/>
            <a:ext cx="1645920" cy="731520"/>
          </a:xfrm>
          <a:prstGeom prst="rect">
            <a:avLst/>
          </a:prstGeom>
          <a:solidFill>
            <a:srgbClr val="FE7C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788920" y="1143000"/>
            <a:ext cx="1554480" cy="640080"/>
          </a:xfrm>
          <a:prstGeom prst="rect">
            <a:avLst/>
          </a:prstGeom>
          <a:noFill/>
        </p:spPr>
        <p:txBody>
          <a:bodyPr wrap="square" anchor="ctr" lIns="54864" rIns="54864" tIns="27432" bIns="27432">
            <a:spAutoFit/>
          </a:bodyPr>
          <a:lstStyle/>
          <a:p>
            <a:pPr algn="ctr">
              <a:defRPr sz="800" b="1">
                <a:solidFill>
                  <a:srgbClr val="FFFFFF"/>
                </a:solidFill>
                <a:latin typeface="Arial"/>
              </a:defRPr>
            </a:pPr>
            <a:r>
              <a:t>{{l1_price}}</a:t>
            </a:r>
            <a:br/>
            <a:r>
              <a:t>Price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743200" y="3291840"/>
            <a:ext cx="1645920" cy="731520"/>
          </a:xfrm>
          <a:prstGeom prst="rect">
            <a:avLst/>
          </a:prstGeom>
          <a:solidFill>
            <a:srgbClr val="FE7C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788920" y="3337560"/>
            <a:ext cx="1554480" cy="640080"/>
          </a:xfrm>
          <a:prstGeom prst="rect">
            <a:avLst/>
          </a:prstGeom>
          <a:noFill/>
        </p:spPr>
        <p:txBody>
          <a:bodyPr wrap="square" anchor="ctr" lIns="54864" rIns="54864" tIns="27432" bIns="27432">
            <a:spAutoFit/>
          </a:bodyPr>
          <a:lstStyle/>
          <a:p>
            <a:pPr algn="ctr">
              <a:defRPr sz="800" b="1">
                <a:solidFill>
                  <a:srgbClr val="FFFFFF"/>
                </a:solidFill>
                <a:latin typeface="Arial"/>
              </a:defRPr>
            </a:pPr>
            <a:r>
              <a:t>{{l1_volume}}</a:t>
            </a:r>
            <a:br/>
            <a:r>
              <a:t>Volume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00400" y="2103120"/>
            <a:ext cx="731520" cy="457200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ctr">
              <a:defRPr sz="2000" b="1">
                <a:solidFill>
                  <a:srgbClr val="A1A8B3"/>
                </a:solidFill>
                <a:latin typeface="Arial"/>
              </a:defRPr>
            </a:pPr>
            <a:r>
              <a:t>×</a:t>
            </a:r>
          </a:p>
        </p:txBody>
      </p:sp>
      <p:cxnSp>
        <p:nvCxnSpPr>
          <p:cNvPr id="17" name="Connector 16"/>
          <p:cNvCxnSpPr/>
          <p:nvPr/>
        </p:nvCxnSpPr>
        <p:spPr>
          <a:xfrm flipV="1">
            <a:off x="4389120" y="2743200"/>
            <a:ext cx="640080" cy="914400"/>
          </a:xfrm>
          <a:prstGeom prst="line">
            <a:avLst/>
          </a:prstGeom>
          <a:ln w="9525">
            <a:solidFill>
              <a:srgbClr val="A1A8B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4389120" y="3657600"/>
            <a:ext cx="640080" cy="914400"/>
          </a:xfrm>
          <a:prstGeom prst="line">
            <a:avLst/>
          </a:prstGeom>
          <a:ln w="9525">
            <a:solidFill>
              <a:srgbClr val="A1A8B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ectangle 18"/>
          <p:cNvSpPr/>
          <p:nvPr/>
        </p:nvSpPr>
        <p:spPr>
          <a:xfrm>
            <a:off x="5029200" y="2377440"/>
            <a:ext cx="1645920" cy="640080"/>
          </a:xfrm>
          <a:prstGeom prst="rect">
            <a:avLst/>
          </a:prstGeom>
          <a:solidFill>
            <a:srgbClr val="CBD1D6"/>
          </a:solidFill>
          <a:ln w="6350">
            <a:solidFill>
              <a:srgbClr val="DDDD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120640" y="2423160"/>
            <a:ext cx="1463040" cy="548640"/>
          </a:xfrm>
          <a:prstGeom prst="rect">
            <a:avLst/>
          </a:prstGeom>
          <a:noFill/>
        </p:spPr>
        <p:txBody>
          <a:bodyPr wrap="square" anchor="ctr" lIns="54864" rIns="54864" tIns="27432" bIns="27432">
            <a:spAutoFit/>
          </a:bodyPr>
          <a:lstStyle/>
          <a:p>
            <a:pPr algn="ctr">
              <a:defRPr sz="800" b="0">
                <a:solidFill>
                  <a:srgbClr val="000000"/>
                </a:solidFill>
                <a:latin typeface="Arial"/>
              </a:defRPr>
            </a:pPr>
            <a:r>
              <a:t>{{seg_1}}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29200" y="3291840"/>
            <a:ext cx="1645920" cy="640080"/>
          </a:xfrm>
          <a:prstGeom prst="rect">
            <a:avLst/>
          </a:prstGeom>
          <a:solidFill>
            <a:srgbClr val="CBD1D6"/>
          </a:solidFill>
          <a:ln w="6350">
            <a:solidFill>
              <a:srgbClr val="DDDD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120640" y="3337560"/>
            <a:ext cx="1463040" cy="548640"/>
          </a:xfrm>
          <a:prstGeom prst="rect">
            <a:avLst/>
          </a:prstGeom>
          <a:noFill/>
        </p:spPr>
        <p:txBody>
          <a:bodyPr wrap="square" anchor="ctr" lIns="54864" rIns="54864" tIns="27432" bIns="27432">
            <a:spAutoFit/>
          </a:bodyPr>
          <a:lstStyle/>
          <a:p>
            <a:pPr algn="ctr">
              <a:defRPr sz="800" b="0">
                <a:solidFill>
                  <a:srgbClr val="000000"/>
                </a:solidFill>
                <a:latin typeface="Arial"/>
              </a:defRPr>
            </a:pPr>
            <a:r>
              <a:t>{{seg_2}}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029200" y="4206240"/>
            <a:ext cx="1645920" cy="640080"/>
          </a:xfrm>
          <a:prstGeom prst="rect">
            <a:avLst/>
          </a:prstGeom>
          <a:solidFill>
            <a:srgbClr val="CBD1D6"/>
          </a:solidFill>
          <a:ln w="6350">
            <a:solidFill>
              <a:srgbClr val="DDDD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120640" y="4251959"/>
            <a:ext cx="1463040" cy="548640"/>
          </a:xfrm>
          <a:prstGeom prst="rect">
            <a:avLst/>
          </a:prstGeom>
          <a:noFill/>
        </p:spPr>
        <p:txBody>
          <a:bodyPr wrap="square" anchor="ctr" lIns="54864" rIns="54864" tIns="27432" bIns="27432">
            <a:spAutoFit/>
          </a:bodyPr>
          <a:lstStyle/>
          <a:p>
            <a:pPr algn="ctr">
              <a:defRPr sz="800" b="0">
                <a:solidFill>
                  <a:srgbClr val="000000"/>
                </a:solidFill>
                <a:latin typeface="Arial"/>
              </a:defRPr>
            </a:pPr>
            <a:r>
              <a:t>{{seg_3}}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58000" y="2468880"/>
            <a:ext cx="2011680" cy="457200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l">
              <a:defRPr sz="800" b="0">
                <a:solidFill>
                  <a:srgbClr val="FD5108"/>
                </a:solidFill>
                <a:latin typeface="Arial"/>
              </a:defRPr>
            </a:pPr>
            <a:r>
              <a:t>{{growth_0}}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58000" y="3383280"/>
            <a:ext cx="2011680" cy="457200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l">
              <a:defRPr sz="800" b="0">
                <a:solidFill>
                  <a:srgbClr val="000000"/>
                </a:solidFill>
                <a:latin typeface="Arial"/>
              </a:defRPr>
            </a:pPr>
            <a:r>
              <a:t>{{growth_1}}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58000" y="4297679"/>
            <a:ext cx="2011680" cy="457200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l">
              <a:defRPr sz="800" b="0">
                <a:solidFill>
                  <a:srgbClr val="000000"/>
                </a:solidFill>
                <a:latin typeface="Arial"/>
              </a:defRPr>
            </a:pPr>
            <a:r>
              <a:t>{{growth_2}}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74320" y="5212080"/>
            <a:ext cx="8595360" cy="45720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274320" y="5212080"/>
            <a:ext cx="54864" cy="457200"/>
          </a:xfrm>
          <a:prstGeom prst="rect">
            <a:avLst/>
          </a:prstGeom>
          <a:solidFill>
            <a:srgbClr val="FD51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57200" y="5257800"/>
            <a:ext cx="8229600" cy="365760"/>
          </a:xfrm>
          <a:prstGeom prst="rect">
            <a:avLst/>
          </a:prstGeom>
          <a:noFill/>
        </p:spPr>
        <p:txBody>
          <a:bodyPr wrap="square" anchor="ctr" lIns="54864" rIns="54864" tIns="27432" bIns="27432">
            <a:spAutoFit/>
          </a:bodyPr>
          <a:lstStyle/>
          <a:p>
            <a:pPr algn="l">
              <a:defRPr sz="900" b="1">
                <a:solidFill>
                  <a:srgbClr val="FFFFFF"/>
                </a:solidFill>
                <a:latin typeface="Arial"/>
              </a:defRPr>
            </a:pPr>
            <a:r>
              <a:t>{{takeaway}}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6576" cy="502920"/>
          </a:xfrm>
          <a:prstGeom prst="rect">
            <a:avLst/>
          </a:prstGeom>
          <a:solidFill>
            <a:srgbClr val="FD51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" y="73152"/>
            <a:ext cx="5943600" cy="365760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Georgia"/>
              </a:defRPr>
            </a:pPr>
            <a:r>
              <a:t>{{title}}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0" y="109728"/>
            <a:ext cx="2743200" cy="274320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r">
              <a:defRPr sz="700" b="0">
                <a:solidFill>
                  <a:srgbClr val="CBD1D6"/>
                </a:solidFill>
                <a:latin typeface="Arial"/>
              </a:defRPr>
            </a:pPr>
            <a:r>
              <a:t>{{breadcrumb}}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6537960"/>
            <a:ext cx="8595360" cy="4572"/>
          </a:xfrm>
          <a:prstGeom prst="rect">
            <a:avLst/>
          </a:prstGeom>
          <a:solidFill>
            <a:srgbClr val="DDDD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6583680"/>
            <a:ext cx="4572000" cy="182880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l">
              <a:defRPr sz="600" b="0">
                <a:solidFill>
                  <a:srgbClr val="A1A8B3"/>
                </a:solidFill>
                <a:latin typeface="Arial"/>
              </a:defRPr>
            </a:pPr>
            <a:r>
              <a:t>Strictly Private and Confidential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685800"/>
            <a:ext cx="2743200" cy="365760"/>
          </a:xfrm>
          <a:prstGeom prst="rect">
            <a:avLst/>
          </a:prstGeom>
          <a:solidFill>
            <a:srgbClr val="A1A8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704088"/>
            <a:ext cx="2560320" cy="329184"/>
          </a:xfrm>
          <a:prstGeom prst="rect">
            <a:avLst/>
          </a:prstGeom>
          <a:noFill/>
        </p:spPr>
        <p:txBody>
          <a:bodyPr wrap="square" anchor="ctr" lIns="54864" rIns="54864" tIns="27432" bIns="27432">
            <a:spAutoFit/>
          </a:bodyPr>
          <a:lstStyle/>
          <a:p>
            <a:pPr algn="l">
              <a:defRPr sz="900" b="1">
                <a:solidFill>
                  <a:srgbClr val="FFFFFF"/>
                </a:solidFill>
                <a:latin typeface="Arial"/>
              </a:defRPr>
            </a:pPr>
            <a:r>
              <a:t>{{opt_0_title}}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" y="1051560"/>
            <a:ext cx="2743200" cy="365760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5760" y="1143000"/>
            <a:ext cx="2560320" cy="3474720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l">
              <a:defRPr sz="800" b="0">
                <a:solidFill>
                  <a:srgbClr val="000000"/>
                </a:solidFill>
                <a:latin typeface="Arial"/>
              </a:defRPr>
            </a:pPr>
            <a:r>
              <a:t>{{opt_0_content}}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4320" y="4800600"/>
            <a:ext cx="2743200" cy="36576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5760" y="4818888"/>
            <a:ext cx="2560320" cy="329184"/>
          </a:xfrm>
          <a:prstGeom prst="rect">
            <a:avLst/>
          </a:prstGeom>
          <a:noFill/>
        </p:spPr>
        <p:txBody>
          <a:bodyPr wrap="square" anchor="ctr" lIns="54864" rIns="54864" tIns="27432" bIns="27432">
            <a:spAutoFit/>
          </a:bodyPr>
          <a:lstStyle/>
          <a:p>
            <a:pPr algn="ctr">
              <a:defRPr sz="800" b="1">
                <a:solidFill>
                  <a:srgbClr val="000000"/>
                </a:solidFill>
                <a:latin typeface="Arial"/>
              </a:defRPr>
            </a:pPr>
            <a:r>
              <a:t>{{opt_0_eval}}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108960" y="685800"/>
            <a:ext cx="2743200" cy="365760"/>
          </a:xfrm>
          <a:prstGeom prst="rect">
            <a:avLst/>
          </a:prstGeom>
          <a:solidFill>
            <a:srgbClr val="FD51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200400" y="704088"/>
            <a:ext cx="2560320" cy="329184"/>
          </a:xfrm>
          <a:prstGeom prst="rect">
            <a:avLst/>
          </a:prstGeom>
          <a:noFill/>
        </p:spPr>
        <p:txBody>
          <a:bodyPr wrap="square" anchor="ctr" lIns="54864" rIns="54864" tIns="27432" bIns="27432">
            <a:spAutoFit/>
          </a:bodyPr>
          <a:lstStyle/>
          <a:p>
            <a:pPr algn="l">
              <a:defRPr sz="900" b="1">
                <a:solidFill>
                  <a:srgbClr val="FFFFFF"/>
                </a:solidFill>
                <a:latin typeface="Arial"/>
              </a:defRPr>
            </a:pPr>
            <a:r>
              <a:t>{{opt_1_title}}  ★ 추천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108960" y="1051560"/>
            <a:ext cx="2743200" cy="3657600"/>
          </a:xfrm>
          <a:prstGeom prst="rect">
            <a:avLst/>
          </a:prstGeom>
          <a:solidFill>
            <a:srgbClr val="FFFFFF"/>
          </a:solidFill>
          <a:ln w="19050">
            <a:solidFill>
              <a:srgbClr val="FD510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200400" y="1143000"/>
            <a:ext cx="2560320" cy="3474720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l">
              <a:defRPr sz="800" b="0">
                <a:solidFill>
                  <a:srgbClr val="000000"/>
                </a:solidFill>
                <a:latin typeface="Arial"/>
              </a:defRPr>
            </a:pPr>
            <a:r>
              <a:t>{{opt_1_content}}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108960" y="4800600"/>
            <a:ext cx="2743200" cy="365760"/>
          </a:xfrm>
          <a:prstGeom prst="rect">
            <a:avLst/>
          </a:prstGeom>
          <a:solidFill>
            <a:srgbClr val="FD51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200400" y="4818888"/>
            <a:ext cx="2560320" cy="329184"/>
          </a:xfrm>
          <a:prstGeom prst="rect">
            <a:avLst/>
          </a:prstGeom>
          <a:noFill/>
        </p:spPr>
        <p:txBody>
          <a:bodyPr wrap="square" anchor="ctr" lIns="54864" rIns="54864" tIns="27432" bIns="27432">
            <a:spAutoFit/>
          </a:bodyPr>
          <a:lstStyle/>
          <a:p>
            <a:pPr algn="ctr">
              <a:defRPr sz="800" b="1">
                <a:solidFill>
                  <a:srgbClr val="FFFFFF"/>
                </a:solidFill>
                <a:latin typeface="Arial"/>
              </a:defRPr>
            </a:pPr>
            <a:r>
              <a:t>{{opt_1_eval}}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943600" y="685800"/>
            <a:ext cx="2743200" cy="365760"/>
          </a:xfrm>
          <a:prstGeom prst="rect">
            <a:avLst/>
          </a:prstGeom>
          <a:solidFill>
            <a:srgbClr val="A1A8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035040" y="704088"/>
            <a:ext cx="2560320" cy="329184"/>
          </a:xfrm>
          <a:prstGeom prst="rect">
            <a:avLst/>
          </a:prstGeom>
          <a:noFill/>
        </p:spPr>
        <p:txBody>
          <a:bodyPr wrap="square" anchor="ctr" lIns="54864" rIns="54864" tIns="27432" bIns="27432">
            <a:spAutoFit/>
          </a:bodyPr>
          <a:lstStyle/>
          <a:p>
            <a:pPr algn="l">
              <a:defRPr sz="900" b="1">
                <a:solidFill>
                  <a:srgbClr val="FFFFFF"/>
                </a:solidFill>
                <a:latin typeface="Arial"/>
              </a:defRPr>
            </a:pPr>
            <a:r>
              <a:t>{{opt_2_title}}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943600" y="1051560"/>
            <a:ext cx="2743200" cy="365760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035040" y="1143000"/>
            <a:ext cx="2560320" cy="3474720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l">
              <a:defRPr sz="800" b="0">
                <a:solidFill>
                  <a:srgbClr val="000000"/>
                </a:solidFill>
                <a:latin typeface="Arial"/>
              </a:defRPr>
            </a:pPr>
            <a:r>
              <a:t>{{opt_2_content}}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943600" y="4800600"/>
            <a:ext cx="2743200" cy="36576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035040" y="4818888"/>
            <a:ext cx="2560320" cy="329184"/>
          </a:xfrm>
          <a:prstGeom prst="rect">
            <a:avLst/>
          </a:prstGeom>
          <a:noFill/>
        </p:spPr>
        <p:txBody>
          <a:bodyPr wrap="square" anchor="ctr" lIns="54864" rIns="54864" tIns="27432" bIns="27432">
            <a:spAutoFit/>
          </a:bodyPr>
          <a:lstStyle/>
          <a:p>
            <a:pPr algn="ctr">
              <a:defRPr sz="800" b="1">
                <a:solidFill>
                  <a:srgbClr val="000000"/>
                </a:solidFill>
                <a:latin typeface="Arial"/>
              </a:defRPr>
            </a:pPr>
            <a:r>
              <a:t>{{opt_2_eval}}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74320" y="5394960"/>
            <a:ext cx="8595360" cy="45720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274320" y="5394960"/>
            <a:ext cx="54864" cy="457200"/>
          </a:xfrm>
          <a:prstGeom prst="rect">
            <a:avLst/>
          </a:prstGeom>
          <a:solidFill>
            <a:srgbClr val="FD51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57200" y="5440680"/>
            <a:ext cx="8229600" cy="365760"/>
          </a:xfrm>
          <a:prstGeom prst="rect">
            <a:avLst/>
          </a:prstGeom>
          <a:noFill/>
        </p:spPr>
        <p:txBody>
          <a:bodyPr wrap="square" anchor="ctr" lIns="54864" rIns="54864" tIns="27432" bIns="27432">
            <a:spAutoFit/>
          </a:bodyPr>
          <a:lstStyle/>
          <a:p>
            <a:pPr algn="l">
              <a:defRPr sz="900" b="1">
                <a:solidFill>
                  <a:srgbClr val="FFFFFF"/>
                </a:solidFill>
                <a:latin typeface="Arial"/>
              </a:defRPr>
            </a:pPr>
            <a:r>
              <a:t>{{takeaway}}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6576" cy="502920"/>
          </a:xfrm>
          <a:prstGeom prst="rect">
            <a:avLst/>
          </a:prstGeom>
          <a:solidFill>
            <a:srgbClr val="FD51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" y="73152"/>
            <a:ext cx="5943600" cy="365760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Georgia"/>
              </a:defRPr>
            </a:pPr>
            <a:r>
              <a:t>{{title}}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0" y="109728"/>
            <a:ext cx="2743200" cy="274320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r">
              <a:defRPr sz="700" b="0">
                <a:solidFill>
                  <a:srgbClr val="CBD1D6"/>
                </a:solidFill>
                <a:latin typeface="Arial"/>
              </a:defRPr>
            </a:pPr>
            <a:r>
              <a:t>{{breadcrumb}}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6537960"/>
            <a:ext cx="8595360" cy="4572"/>
          </a:xfrm>
          <a:prstGeom prst="rect">
            <a:avLst/>
          </a:prstGeom>
          <a:solidFill>
            <a:srgbClr val="DDDD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6583680"/>
            <a:ext cx="4572000" cy="182880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l">
              <a:defRPr sz="600" b="0">
                <a:solidFill>
                  <a:srgbClr val="A1A8B3"/>
                </a:solidFill>
                <a:latin typeface="Arial"/>
              </a:defRPr>
            </a:pPr>
            <a:r>
              <a:t>Strictly Private and Confidential</a:t>
            </a:r>
          </a:p>
        </p:txBody>
      </p:sp>
      <p:sp>
        <p:nvSpPr>
          <p:cNvPr id="8" name="Rectangle 7"/>
          <p:cNvSpPr/>
          <p:nvPr/>
        </p:nvSpPr>
        <p:spPr>
          <a:xfrm>
            <a:off x="3931920" y="868679"/>
            <a:ext cx="1280160" cy="640080"/>
          </a:xfrm>
          <a:prstGeom prst="rect">
            <a:avLst/>
          </a:prstGeom>
          <a:solidFill>
            <a:srgbClr val="FD51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977639" y="914399"/>
            <a:ext cx="1188720" cy="548640"/>
          </a:xfrm>
          <a:prstGeom prst="rect">
            <a:avLst/>
          </a:prstGeom>
          <a:noFill/>
        </p:spPr>
        <p:txBody>
          <a:bodyPr wrap="square" anchor="ctr" lIns="54864" rIns="54864" tIns="27432" bIns="27432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Arial"/>
              </a:defRPr>
            </a:pPr>
            <a:r>
              <a:t>{{node_1}}</a:t>
            </a:r>
          </a:p>
        </p:txBody>
      </p:sp>
      <p:sp>
        <p:nvSpPr>
          <p:cNvPr id="10" name="Rectangle 9"/>
          <p:cNvSpPr/>
          <p:nvPr/>
        </p:nvSpPr>
        <p:spPr>
          <a:xfrm>
            <a:off x="5760720" y="2697479"/>
            <a:ext cx="1280160" cy="640080"/>
          </a:xfrm>
          <a:prstGeom prst="rect">
            <a:avLst/>
          </a:prstGeom>
          <a:solidFill>
            <a:srgbClr val="FE7C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806440" y="2743199"/>
            <a:ext cx="1188720" cy="548640"/>
          </a:xfrm>
          <a:prstGeom prst="rect">
            <a:avLst/>
          </a:prstGeom>
          <a:noFill/>
        </p:spPr>
        <p:txBody>
          <a:bodyPr wrap="square" anchor="ctr" lIns="54864" rIns="54864" tIns="27432" bIns="27432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Arial"/>
              </a:defRPr>
            </a:pPr>
            <a:r>
              <a:t>{{node_2}}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931920" y="4526280"/>
            <a:ext cx="1280160" cy="640080"/>
          </a:xfrm>
          <a:prstGeom prst="rect">
            <a:avLst/>
          </a:prstGeom>
          <a:solidFill>
            <a:srgbClr val="A1A8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977639" y="4572000"/>
            <a:ext cx="1188720" cy="548640"/>
          </a:xfrm>
          <a:prstGeom prst="rect">
            <a:avLst/>
          </a:prstGeom>
          <a:noFill/>
        </p:spPr>
        <p:txBody>
          <a:bodyPr wrap="square" anchor="ctr" lIns="54864" rIns="54864" tIns="27432" bIns="27432">
            <a:spAutoFit/>
          </a:bodyPr>
          <a:lstStyle/>
          <a:p>
            <a:pPr algn="ctr">
              <a:defRPr sz="900" b="1">
                <a:solidFill>
                  <a:srgbClr val="000000"/>
                </a:solidFill>
                <a:latin typeface="Arial"/>
              </a:defRPr>
            </a:pPr>
            <a:r>
              <a:t>{{node_3}}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103120" y="2697480"/>
            <a:ext cx="1280160" cy="640080"/>
          </a:xfrm>
          <a:prstGeom prst="rect">
            <a:avLst/>
          </a:prstGeom>
          <a:solidFill>
            <a:srgbClr val="B5BC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148839" y="2743200"/>
            <a:ext cx="1188720" cy="548640"/>
          </a:xfrm>
          <a:prstGeom prst="rect">
            <a:avLst/>
          </a:prstGeom>
          <a:noFill/>
        </p:spPr>
        <p:txBody>
          <a:bodyPr wrap="square" anchor="ctr" lIns="54864" rIns="54864" tIns="27432" bIns="27432">
            <a:spAutoFit/>
          </a:bodyPr>
          <a:lstStyle/>
          <a:p>
            <a:pPr algn="ctr">
              <a:defRPr sz="900" b="1">
                <a:solidFill>
                  <a:srgbClr val="000000"/>
                </a:solidFill>
                <a:latin typeface="Arial"/>
              </a:defRPr>
            </a:pPr>
            <a:r>
              <a:t>{{node_4}}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303520" y="1645919"/>
            <a:ext cx="365760" cy="365760"/>
          </a:xfrm>
          <a:prstGeom prst="rect">
            <a:avLst/>
          </a:prstGeom>
          <a:noFill/>
        </p:spPr>
        <p:txBody>
          <a:bodyPr wrap="square" anchor="ctr" lIns="54864" rIns="54864" tIns="27432" bIns="27432">
            <a:spAutoFit/>
          </a:bodyPr>
          <a:lstStyle/>
          <a:p>
            <a:pPr algn="ctr">
              <a:defRPr sz="1600" b="1">
                <a:solidFill>
                  <a:srgbClr val="FD5108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303520" y="3749039"/>
            <a:ext cx="365760" cy="365760"/>
          </a:xfrm>
          <a:prstGeom prst="rect">
            <a:avLst/>
          </a:prstGeom>
          <a:noFill/>
        </p:spPr>
        <p:txBody>
          <a:bodyPr wrap="square" anchor="ctr" lIns="54864" rIns="54864" tIns="27432" bIns="27432">
            <a:spAutoFit/>
          </a:bodyPr>
          <a:lstStyle/>
          <a:p>
            <a:pPr algn="ctr">
              <a:defRPr sz="1600" b="1">
                <a:solidFill>
                  <a:srgbClr val="FD5108"/>
                </a:solidFill>
                <a:latin typeface="Arial"/>
              </a:defRPr>
            </a:pPr>
            <a:r>
              <a:t>↓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7600" y="3749039"/>
            <a:ext cx="365760" cy="365760"/>
          </a:xfrm>
          <a:prstGeom prst="rect">
            <a:avLst/>
          </a:prstGeom>
          <a:noFill/>
        </p:spPr>
        <p:txBody>
          <a:bodyPr wrap="square" anchor="ctr" lIns="54864" rIns="54864" tIns="27432" bIns="27432">
            <a:spAutoFit/>
          </a:bodyPr>
          <a:lstStyle/>
          <a:p>
            <a:pPr algn="ctr">
              <a:defRPr sz="1600" b="1">
                <a:solidFill>
                  <a:srgbClr val="FD5108"/>
                </a:solidFill>
                <a:latin typeface="Arial"/>
              </a:defRPr>
            </a:pPr>
            <a:r>
              <a:t>←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57600" y="1645919"/>
            <a:ext cx="365760" cy="365760"/>
          </a:xfrm>
          <a:prstGeom prst="rect">
            <a:avLst/>
          </a:prstGeom>
          <a:noFill/>
        </p:spPr>
        <p:txBody>
          <a:bodyPr wrap="square" anchor="ctr" lIns="54864" rIns="54864" tIns="27432" bIns="27432">
            <a:spAutoFit/>
          </a:bodyPr>
          <a:lstStyle/>
          <a:p>
            <a:pPr algn="ctr">
              <a:defRPr sz="1600" b="1">
                <a:solidFill>
                  <a:srgbClr val="FD5108"/>
                </a:solidFill>
                <a:latin typeface="Arial"/>
              </a:defRPr>
            </a:pPr>
            <a:r>
              <a:t>↑</a:t>
            </a:r>
          </a:p>
        </p:txBody>
      </p:sp>
      <p:sp>
        <p:nvSpPr>
          <p:cNvPr id="20" name="Oval 19"/>
          <p:cNvSpPr/>
          <p:nvPr/>
        </p:nvSpPr>
        <p:spPr>
          <a:xfrm>
            <a:off x="4023360" y="2468879"/>
            <a:ext cx="1097280" cy="109728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D5108"/>
                </a:solidFill>
                <a:latin typeface="Arial"/>
              </a:defRPr>
            </a:pPr>
            <a:r>
              <a:t>{{center}}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74320" y="777240"/>
            <a:ext cx="1828800" cy="914400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l">
              <a:defRPr sz="700" b="0">
                <a:solidFill>
                  <a:srgbClr val="000000"/>
                </a:solidFill>
                <a:latin typeface="Arial"/>
              </a:defRPr>
            </a:pPr>
            <a:r>
              <a:t>{{detail_1}}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58000" y="777240"/>
            <a:ext cx="2011680" cy="914400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l">
              <a:defRPr sz="700" b="0">
                <a:solidFill>
                  <a:srgbClr val="000000"/>
                </a:solidFill>
                <a:latin typeface="Arial"/>
              </a:defRPr>
            </a:pPr>
            <a:r>
              <a:t>{{detail_2}}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58000" y="4114800"/>
            <a:ext cx="2011680" cy="914400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l">
              <a:defRPr sz="700" b="0">
                <a:solidFill>
                  <a:srgbClr val="000000"/>
                </a:solidFill>
                <a:latin typeface="Arial"/>
              </a:defRPr>
            </a:pPr>
            <a:r>
              <a:t>{{detail_3}}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74320" y="4114800"/>
            <a:ext cx="1828800" cy="914400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l">
              <a:defRPr sz="700" b="0">
                <a:solidFill>
                  <a:srgbClr val="000000"/>
                </a:solidFill>
                <a:latin typeface="Arial"/>
              </a:defRPr>
            </a:pPr>
            <a:r>
              <a:t>{{detail_4}}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74320" y="5943600"/>
            <a:ext cx="8595360" cy="45720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274320" y="5943600"/>
            <a:ext cx="54864" cy="457200"/>
          </a:xfrm>
          <a:prstGeom prst="rect">
            <a:avLst/>
          </a:prstGeom>
          <a:solidFill>
            <a:srgbClr val="FD51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57200" y="5989320"/>
            <a:ext cx="8229600" cy="365760"/>
          </a:xfrm>
          <a:prstGeom prst="rect">
            <a:avLst/>
          </a:prstGeom>
          <a:noFill/>
        </p:spPr>
        <p:txBody>
          <a:bodyPr wrap="square" anchor="ctr" lIns="54864" rIns="54864" tIns="27432" bIns="27432">
            <a:spAutoFit/>
          </a:bodyPr>
          <a:lstStyle/>
          <a:p>
            <a:pPr algn="l">
              <a:defRPr sz="900" b="1">
                <a:solidFill>
                  <a:srgbClr val="FFFFFF"/>
                </a:solidFill>
                <a:latin typeface="Arial"/>
              </a:defRPr>
            </a:pPr>
            <a:r>
              <a:t>{{takeaway}}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6576" cy="502920"/>
          </a:xfrm>
          <a:prstGeom prst="rect">
            <a:avLst/>
          </a:prstGeom>
          <a:solidFill>
            <a:srgbClr val="FD51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" y="73152"/>
            <a:ext cx="5943600" cy="365760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Georgia"/>
              </a:defRPr>
            </a:pPr>
            <a:r>
              <a:t>{{title}}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0" y="109728"/>
            <a:ext cx="2743200" cy="274320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r">
              <a:defRPr sz="700" b="0">
                <a:solidFill>
                  <a:srgbClr val="CBD1D6"/>
                </a:solidFill>
                <a:latin typeface="Arial"/>
              </a:defRPr>
            </a:pPr>
            <a:r>
              <a:t>{{breadcrumb}}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6537960"/>
            <a:ext cx="8595360" cy="4572"/>
          </a:xfrm>
          <a:prstGeom prst="rect">
            <a:avLst/>
          </a:prstGeom>
          <a:solidFill>
            <a:srgbClr val="DDDD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6583680"/>
            <a:ext cx="4572000" cy="182880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l">
              <a:defRPr sz="600" b="0">
                <a:solidFill>
                  <a:srgbClr val="A1A8B3"/>
                </a:solidFill>
                <a:latin typeface="Arial"/>
              </a:defRPr>
            </a:pPr>
            <a:r>
              <a:t>Strictly Private and Confidential</a:t>
            </a:r>
          </a:p>
        </p:txBody>
      </p:sp>
      <p:sp>
        <p:nvSpPr>
          <p:cNvPr id="8" name="Oval 7"/>
          <p:cNvSpPr/>
          <p:nvPr/>
        </p:nvSpPr>
        <p:spPr>
          <a:xfrm>
            <a:off x="3931920" y="2560320"/>
            <a:ext cx="1280160" cy="1280160"/>
          </a:xfrm>
          <a:prstGeom prst="ellipse">
            <a:avLst/>
          </a:prstGeom>
          <a:solidFill>
            <a:srgbClr val="FD51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FFFFF"/>
                </a:solidFill>
                <a:latin typeface="Arial"/>
              </a:defRPr>
            </a:pPr>
            <a:r>
              <a:t>{{shared_values}}</a:t>
            </a:r>
            <a:br/>
            <a:r>
              <a:t>Shared</a:t>
            </a:r>
            <a:br/>
            <a:r>
              <a:t>Values</a:t>
            </a:r>
          </a:p>
        </p:txBody>
      </p:sp>
      <p:sp>
        <p:nvSpPr>
          <p:cNvPr id="9" name="Oval 8"/>
          <p:cNvSpPr/>
          <p:nvPr/>
        </p:nvSpPr>
        <p:spPr>
          <a:xfrm>
            <a:off x="4160520" y="777239"/>
            <a:ext cx="822960" cy="822960"/>
          </a:xfrm>
          <a:prstGeom prst="ellipse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700" b="1">
                <a:solidFill>
                  <a:srgbClr val="FFFFFF"/>
                </a:solidFill>
                <a:latin typeface="Arial"/>
              </a:defRPr>
            </a:pPr>
            <a:r>
              <a:t>Strategy</a:t>
            </a:r>
          </a:p>
        </p:txBody>
      </p:sp>
      <p:cxnSp>
        <p:nvCxnSpPr>
          <p:cNvPr id="10" name="Connector 9"/>
          <p:cNvCxnSpPr/>
          <p:nvPr/>
        </p:nvCxnSpPr>
        <p:spPr>
          <a:xfrm flipV="1">
            <a:off x="4572000" y="1188719"/>
            <a:ext cx="0" cy="1371601"/>
          </a:xfrm>
          <a:prstGeom prst="line">
            <a:avLst/>
          </a:prstGeom>
          <a:ln w="9525">
            <a:solidFill>
              <a:srgbClr val="CBD1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5120640" y="457199"/>
            <a:ext cx="1645920" cy="548640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l">
              <a:defRPr sz="700" b="0">
                <a:solidFill>
                  <a:srgbClr val="000000"/>
                </a:solidFill>
                <a:latin typeface="Arial"/>
              </a:defRPr>
            </a:pPr>
            <a:r>
              <a:t>{{strategy}}</a:t>
            </a:r>
          </a:p>
        </p:txBody>
      </p:sp>
      <p:sp>
        <p:nvSpPr>
          <p:cNvPr id="12" name="Oval 11"/>
          <p:cNvSpPr/>
          <p:nvPr/>
        </p:nvSpPr>
        <p:spPr>
          <a:xfrm>
            <a:off x="5902685" y="1783080"/>
            <a:ext cx="822960" cy="822960"/>
          </a:xfrm>
          <a:prstGeom prst="ellipse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700" b="1">
                <a:solidFill>
                  <a:srgbClr val="FFFFFF"/>
                </a:solidFill>
                <a:latin typeface="Arial"/>
              </a:defRPr>
            </a:pPr>
            <a:r>
              <a:t>Structure</a:t>
            </a:r>
          </a:p>
        </p:txBody>
      </p:sp>
      <p:cxnSp>
        <p:nvCxnSpPr>
          <p:cNvPr id="13" name="Connector 12"/>
          <p:cNvCxnSpPr/>
          <p:nvPr/>
        </p:nvCxnSpPr>
        <p:spPr>
          <a:xfrm flipV="1">
            <a:off x="5126325" y="2194560"/>
            <a:ext cx="1187840" cy="685800"/>
          </a:xfrm>
          <a:prstGeom prst="line">
            <a:avLst/>
          </a:prstGeom>
          <a:ln w="9525">
            <a:solidFill>
              <a:srgbClr val="CBD1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6862805" y="1463040"/>
            <a:ext cx="1645920" cy="548640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l">
              <a:defRPr sz="700" b="0">
                <a:solidFill>
                  <a:srgbClr val="000000"/>
                </a:solidFill>
                <a:latin typeface="Arial"/>
              </a:defRPr>
            </a:pPr>
            <a:r>
              <a:t>{{structure}}</a:t>
            </a:r>
          </a:p>
        </p:txBody>
      </p:sp>
      <p:sp>
        <p:nvSpPr>
          <p:cNvPr id="15" name="Oval 14"/>
          <p:cNvSpPr/>
          <p:nvPr/>
        </p:nvSpPr>
        <p:spPr>
          <a:xfrm>
            <a:off x="5902685" y="3794759"/>
            <a:ext cx="822960" cy="822960"/>
          </a:xfrm>
          <a:prstGeom prst="ellipse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700" b="1">
                <a:solidFill>
                  <a:srgbClr val="FFFFFF"/>
                </a:solidFill>
                <a:latin typeface="Arial"/>
              </a:defRPr>
            </a:pPr>
            <a:r>
              <a:t>Systems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5126325" y="3520440"/>
            <a:ext cx="1187840" cy="685800"/>
          </a:xfrm>
          <a:prstGeom prst="line">
            <a:avLst/>
          </a:prstGeom>
          <a:ln w="9525">
            <a:solidFill>
              <a:srgbClr val="CBD1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6862805" y="4663440"/>
            <a:ext cx="1645920" cy="548640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l">
              <a:defRPr sz="700" b="0">
                <a:solidFill>
                  <a:srgbClr val="000000"/>
                </a:solidFill>
                <a:latin typeface="Arial"/>
              </a:defRPr>
            </a:pPr>
            <a:r>
              <a:t>{{systems}}</a:t>
            </a:r>
          </a:p>
        </p:txBody>
      </p:sp>
      <p:sp>
        <p:nvSpPr>
          <p:cNvPr id="18" name="Oval 17"/>
          <p:cNvSpPr/>
          <p:nvPr/>
        </p:nvSpPr>
        <p:spPr>
          <a:xfrm>
            <a:off x="4160520" y="4800600"/>
            <a:ext cx="822960" cy="822960"/>
          </a:xfrm>
          <a:prstGeom prst="ellipse">
            <a:avLst/>
          </a:prstGeom>
          <a:solidFill>
            <a:srgbClr val="A1A8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700" b="1">
                <a:solidFill>
                  <a:srgbClr val="FFFFFF"/>
                </a:solidFill>
                <a:latin typeface="Arial"/>
              </a:defRPr>
            </a:pPr>
            <a:r>
              <a:t>Style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4572000" y="3840480"/>
            <a:ext cx="0" cy="1371600"/>
          </a:xfrm>
          <a:prstGeom prst="line">
            <a:avLst/>
          </a:prstGeom>
          <a:ln w="9525">
            <a:solidFill>
              <a:srgbClr val="CBD1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5120640" y="5669280"/>
            <a:ext cx="1645920" cy="548640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l">
              <a:defRPr sz="700" b="0">
                <a:solidFill>
                  <a:srgbClr val="000000"/>
                </a:solidFill>
                <a:latin typeface="Arial"/>
              </a:defRPr>
            </a:pPr>
            <a:r>
              <a:t>{{style}}</a:t>
            </a:r>
          </a:p>
        </p:txBody>
      </p:sp>
      <p:sp>
        <p:nvSpPr>
          <p:cNvPr id="21" name="Oval 20"/>
          <p:cNvSpPr/>
          <p:nvPr/>
        </p:nvSpPr>
        <p:spPr>
          <a:xfrm>
            <a:off x="2418354" y="3794759"/>
            <a:ext cx="822960" cy="822960"/>
          </a:xfrm>
          <a:prstGeom prst="ellipse">
            <a:avLst/>
          </a:prstGeom>
          <a:solidFill>
            <a:srgbClr val="A1A8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700" b="1">
                <a:solidFill>
                  <a:srgbClr val="FFFFFF"/>
                </a:solidFill>
                <a:latin typeface="Arial"/>
              </a:defRPr>
            </a:pPr>
            <a:r>
              <a:t>Staff</a:t>
            </a:r>
          </a:p>
        </p:txBody>
      </p:sp>
      <p:cxnSp>
        <p:nvCxnSpPr>
          <p:cNvPr id="22" name="Connector 21"/>
          <p:cNvCxnSpPr/>
          <p:nvPr/>
        </p:nvCxnSpPr>
        <p:spPr>
          <a:xfrm flipH="1">
            <a:off x="2829834" y="3520440"/>
            <a:ext cx="1187840" cy="685800"/>
          </a:xfrm>
          <a:prstGeom prst="line">
            <a:avLst/>
          </a:prstGeom>
          <a:ln w="9525">
            <a:solidFill>
              <a:srgbClr val="CBD1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818154" y="4663440"/>
            <a:ext cx="1645920" cy="548640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l">
              <a:defRPr sz="700" b="0">
                <a:solidFill>
                  <a:srgbClr val="000000"/>
                </a:solidFill>
                <a:latin typeface="Arial"/>
              </a:defRPr>
            </a:pPr>
            <a:r>
              <a:t>{{staff}}</a:t>
            </a:r>
          </a:p>
        </p:txBody>
      </p:sp>
      <p:sp>
        <p:nvSpPr>
          <p:cNvPr id="24" name="Oval 23"/>
          <p:cNvSpPr/>
          <p:nvPr/>
        </p:nvSpPr>
        <p:spPr>
          <a:xfrm>
            <a:off x="2418354" y="1783079"/>
            <a:ext cx="822960" cy="822960"/>
          </a:xfrm>
          <a:prstGeom prst="ellipse">
            <a:avLst/>
          </a:prstGeom>
          <a:solidFill>
            <a:srgbClr val="A1A8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700" b="1">
                <a:solidFill>
                  <a:srgbClr val="FFFFFF"/>
                </a:solidFill>
                <a:latin typeface="Arial"/>
              </a:defRPr>
            </a:pPr>
            <a:r>
              <a:t>Skills</a:t>
            </a:r>
          </a:p>
        </p:txBody>
      </p:sp>
      <p:cxnSp>
        <p:nvCxnSpPr>
          <p:cNvPr id="25" name="Connector 24"/>
          <p:cNvCxnSpPr/>
          <p:nvPr/>
        </p:nvCxnSpPr>
        <p:spPr>
          <a:xfrm flipH="1" flipV="1">
            <a:off x="2829834" y="2194559"/>
            <a:ext cx="1187840" cy="685801"/>
          </a:xfrm>
          <a:prstGeom prst="line">
            <a:avLst/>
          </a:prstGeom>
          <a:ln w="9525">
            <a:solidFill>
              <a:srgbClr val="CBD1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818154" y="1463039"/>
            <a:ext cx="1645920" cy="548640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l">
              <a:defRPr sz="700" b="0">
                <a:solidFill>
                  <a:srgbClr val="000000"/>
                </a:solidFill>
                <a:latin typeface="Arial"/>
              </a:defRPr>
            </a:pPr>
            <a:r>
              <a:t>{{skills}}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74320" y="5486400"/>
            <a:ext cx="182880" cy="18288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02920" y="5486400"/>
            <a:ext cx="914400" cy="182880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l">
              <a:defRPr sz="700" b="1">
                <a:solidFill>
                  <a:srgbClr val="000000"/>
                </a:solidFill>
                <a:latin typeface="Arial"/>
              </a:defRPr>
            </a:pPr>
            <a:r>
              <a:t>Hard 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554480" y="5486400"/>
            <a:ext cx="182880" cy="182880"/>
          </a:xfrm>
          <a:prstGeom prst="rect">
            <a:avLst/>
          </a:prstGeom>
          <a:solidFill>
            <a:srgbClr val="A1A8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783080" y="5486400"/>
            <a:ext cx="914400" cy="182880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l">
              <a:defRPr sz="700" b="1">
                <a:solidFill>
                  <a:srgbClr val="000000"/>
                </a:solidFill>
                <a:latin typeface="Arial"/>
              </a:defRPr>
            </a:pPr>
            <a:r>
              <a:t>Soft 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74320" y="5943600"/>
            <a:ext cx="8595360" cy="45720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274320" y="5943600"/>
            <a:ext cx="54864" cy="457200"/>
          </a:xfrm>
          <a:prstGeom prst="rect">
            <a:avLst/>
          </a:prstGeom>
          <a:solidFill>
            <a:srgbClr val="FD51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57200" y="5989320"/>
            <a:ext cx="8229600" cy="365760"/>
          </a:xfrm>
          <a:prstGeom prst="rect">
            <a:avLst/>
          </a:prstGeom>
          <a:noFill/>
        </p:spPr>
        <p:txBody>
          <a:bodyPr wrap="square" anchor="ctr" lIns="54864" rIns="54864" tIns="27432" bIns="27432">
            <a:spAutoFit/>
          </a:bodyPr>
          <a:lstStyle/>
          <a:p>
            <a:pPr algn="l">
              <a:defRPr sz="900" b="1">
                <a:solidFill>
                  <a:srgbClr val="FFFFFF"/>
                </a:solidFill>
                <a:latin typeface="Arial"/>
              </a:defRPr>
            </a:pPr>
            <a:r>
              <a:t>{{takeaway}}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6576" cy="502920"/>
          </a:xfrm>
          <a:prstGeom prst="rect">
            <a:avLst/>
          </a:prstGeom>
          <a:solidFill>
            <a:srgbClr val="FD51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" y="73152"/>
            <a:ext cx="5943600" cy="365760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Georgia"/>
              </a:defRPr>
            </a:pPr>
            <a:r>
              <a:t>{{title}}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0" y="109728"/>
            <a:ext cx="2743200" cy="274320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r">
              <a:defRPr sz="700" b="0">
                <a:solidFill>
                  <a:srgbClr val="CBD1D6"/>
                </a:solidFill>
                <a:latin typeface="Arial"/>
              </a:defRPr>
            </a:pPr>
            <a:r>
              <a:t>{{breadcrumb}}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6537960"/>
            <a:ext cx="8595360" cy="4572"/>
          </a:xfrm>
          <a:prstGeom prst="rect">
            <a:avLst/>
          </a:prstGeom>
          <a:solidFill>
            <a:srgbClr val="DDDD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6583680"/>
            <a:ext cx="4572000" cy="182880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l">
              <a:defRPr sz="600" b="0">
                <a:solidFill>
                  <a:srgbClr val="A1A8B3"/>
                </a:solidFill>
                <a:latin typeface="Arial"/>
              </a:defRPr>
            </a:pPr>
            <a:r>
              <a:t>Strictly Private and Confidential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457200" y="5303520"/>
            <a:ext cx="8229600" cy="0"/>
          </a:xfrm>
          <a:prstGeom prst="line">
            <a:avLst/>
          </a:prstGeom>
          <a:ln w="9525">
            <a:solidFill>
              <a:srgbClr val="DDDDD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457200" y="777240"/>
            <a:ext cx="0" cy="4526280"/>
          </a:xfrm>
          <a:prstGeom prst="line">
            <a:avLst/>
          </a:prstGeom>
          <a:ln w="9525">
            <a:solidFill>
              <a:srgbClr val="DDDDD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274320" y="594360"/>
            <a:ext cx="914400" cy="182880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l">
              <a:defRPr sz="700" b="1">
                <a:solidFill>
                  <a:srgbClr val="A1A8B3"/>
                </a:solidFill>
                <a:latin typeface="Arial"/>
              </a:defRPr>
            </a:pPr>
            <a:r>
              <a:t>Revenue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0" y="5349240"/>
            <a:ext cx="914400" cy="182880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l">
              <a:defRPr sz="700" b="1">
                <a:solidFill>
                  <a:srgbClr val="A1A8B3"/>
                </a:solidFill>
                <a:latin typeface="Arial"/>
              </a:defRPr>
            </a:pPr>
            <a:r>
              <a:t>Time →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77240" y="274320"/>
            <a:ext cx="2125979" cy="5029200"/>
          </a:xfrm>
          <a:prstGeom prst="rect">
            <a:avLst/>
          </a:prstGeom>
          <a:solidFill>
            <a:srgbClr val="FD51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903220" y="-182880"/>
            <a:ext cx="1275588" cy="5486400"/>
          </a:xfrm>
          <a:prstGeom prst="rect">
            <a:avLst/>
          </a:prstGeom>
          <a:solidFill>
            <a:srgbClr val="FD51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868680" y="-182880"/>
            <a:ext cx="365760" cy="365760"/>
          </a:xfrm>
          <a:prstGeom prst="ellipse">
            <a:avLst/>
          </a:prstGeom>
          <a:solidFill>
            <a:srgbClr val="FD51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  <a:latin typeface="Arial"/>
              </a:defRPr>
            </a:pPr>
            <a:r>
              <a:t>H1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25880" y="-182880"/>
            <a:ext cx="1828800" cy="365760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l">
              <a:defRPr sz="800" b="1">
                <a:solidFill>
                  <a:srgbClr val="000000"/>
                </a:solidFill>
                <a:latin typeface="Arial"/>
              </a:defRPr>
            </a:pPr>
            <a:r>
              <a:t>{{h1_label}}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286000" y="457200"/>
            <a:ext cx="685800" cy="4846320"/>
          </a:xfrm>
          <a:prstGeom prst="rect">
            <a:avLst/>
          </a:prstGeom>
          <a:solidFill>
            <a:srgbClr val="FE7C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971800" y="0"/>
            <a:ext cx="411479" cy="5303520"/>
          </a:xfrm>
          <a:prstGeom prst="rect">
            <a:avLst/>
          </a:prstGeom>
          <a:solidFill>
            <a:srgbClr val="FE7C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2377440" y="0"/>
            <a:ext cx="365760" cy="365760"/>
          </a:xfrm>
          <a:prstGeom prst="ellipse">
            <a:avLst/>
          </a:prstGeom>
          <a:solidFill>
            <a:srgbClr val="FE7C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  <a:latin typeface="Arial"/>
              </a:defRPr>
            </a:pPr>
            <a:r>
              <a:t>H2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834640" y="0"/>
            <a:ext cx="1828800" cy="365760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l">
              <a:defRPr sz="800" b="1">
                <a:solidFill>
                  <a:srgbClr val="000000"/>
                </a:solidFill>
                <a:latin typeface="Arial"/>
              </a:defRPr>
            </a:pPr>
            <a:r>
              <a:t>{{h2_label}}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0" y="640080"/>
            <a:ext cx="-1143000" cy="4663440"/>
          </a:xfrm>
          <a:prstGeom prst="rect">
            <a:avLst/>
          </a:prstGeom>
          <a:solidFill>
            <a:srgbClr val="A1A8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3429000" y="182879"/>
            <a:ext cx="-685800" cy="5120640"/>
          </a:xfrm>
          <a:prstGeom prst="rect">
            <a:avLst/>
          </a:prstGeom>
          <a:solidFill>
            <a:srgbClr val="A1A8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4663440" y="182879"/>
            <a:ext cx="365760" cy="365760"/>
          </a:xfrm>
          <a:prstGeom prst="ellipse">
            <a:avLst/>
          </a:prstGeom>
          <a:solidFill>
            <a:srgbClr val="A1A8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  <a:latin typeface="Arial"/>
              </a:defRPr>
            </a:pPr>
            <a:r>
              <a:t>H3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120640" y="182879"/>
            <a:ext cx="1828800" cy="365760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l">
              <a:defRPr sz="800" b="1">
                <a:solidFill>
                  <a:srgbClr val="000000"/>
                </a:solidFill>
                <a:latin typeface="Arial"/>
              </a:defRPr>
            </a:pPr>
            <a:r>
              <a:t>{{h3_label}}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" y="777240"/>
            <a:ext cx="2286000" cy="731520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l">
              <a:defRPr sz="700" b="0">
                <a:solidFill>
                  <a:srgbClr val="000000"/>
                </a:solidFill>
                <a:latin typeface="Arial"/>
              </a:defRPr>
            </a:pPr>
            <a:r>
              <a:t>{{h1_detail}}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200400" y="1828800"/>
            <a:ext cx="2286000" cy="731520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l">
              <a:defRPr sz="700" b="0">
                <a:solidFill>
                  <a:srgbClr val="000000"/>
                </a:solidFill>
                <a:latin typeface="Arial"/>
              </a:defRPr>
            </a:pPr>
            <a:r>
              <a:t>{{h2_detail}}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943600" y="1371600"/>
            <a:ext cx="2286000" cy="731520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l">
              <a:defRPr sz="700" b="0">
                <a:solidFill>
                  <a:srgbClr val="000000"/>
                </a:solidFill>
                <a:latin typeface="Arial"/>
              </a:defRPr>
            </a:pPr>
            <a:r>
              <a:t>{{h3_detail}}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74320" y="5943600"/>
            <a:ext cx="8595360" cy="45720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274320" y="5943600"/>
            <a:ext cx="54864" cy="457200"/>
          </a:xfrm>
          <a:prstGeom prst="rect">
            <a:avLst/>
          </a:prstGeom>
          <a:solidFill>
            <a:srgbClr val="FD51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57200" y="5989320"/>
            <a:ext cx="8229600" cy="365760"/>
          </a:xfrm>
          <a:prstGeom prst="rect">
            <a:avLst/>
          </a:prstGeom>
          <a:noFill/>
        </p:spPr>
        <p:txBody>
          <a:bodyPr wrap="square" anchor="ctr" lIns="54864" rIns="54864" tIns="27432" bIns="27432">
            <a:spAutoFit/>
          </a:bodyPr>
          <a:lstStyle/>
          <a:p>
            <a:pPr algn="l">
              <a:defRPr sz="900" b="1">
                <a:solidFill>
                  <a:srgbClr val="FFFFFF"/>
                </a:solidFill>
                <a:latin typeface="Arial"/>
              </a:defRPr>
            </a:pPr>
            <a:r>
              <a:t>{{takeaway}}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6576" cy="502920"/>
          </a:xfrm>
          <a:prstGeom prst="rect">
            <a:avLst/>
          </a:prstGeom>
          <a:solidFill>
            <a:srgbClr val="FD51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" y="73152"/>
            <a:ext cx="5943600" cy="365760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Georgia"/>
              </a:defRPr>
            </a:pPr>
            <a:r>
              <a:t>{{title}}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0" y="109728"/>
            <a:ext cx="2743200" cy="274320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r">
              <a:defRPr sz="700" b="0">
                <a:solidFill>
                  <a:srgbClr val="CBD1D6"/>
                </a:solidFill>
                <a:latin typeface="Arial"/>
              </a:defRPr>
            </a:pPr>
            <a:r>
              <a:t>{{breadcrumb}}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6537960"/>
            <a:ext cx="8595360" cy="4572"/>
          </a:xfrm>
          <a:prstGeom prst="rect">
            <a:avLst/>
          </a:prstGeom>
          <a:solidFill>
            <a:srgbClr val="DDDD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6583680"/>
            <a:ext cx="4572000" cy="182880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l">
              <a:defRPr sz="600" b="0">
                <a:solidFill>
                  <a:srgbClr val="A1A8B3"/>
                </a:solidFill>
                <a:latin typeface="Arial"/>
              </a:defRPr>
            </a:pPr>
            <a:r>
              <a:t>Strictly Private and Confidential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0" y="594360"/>
            <a:ext cx="1097280" cy="201168"/>
          </a:xfrm>
          <a:prstGeom prst="roundRect">
            <a:avLst>
              <a:gd name="adj" fmla="val 50000"/>
            </a:avLst>
          </a:prstGeom>
          <a:solidFill>
            <a:srgbClr val="FE7C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700" b="1">
                <a:solidFill>
                  <a:srgbClr val="FFFFFF"/>
                </a:solidFill>
                <a:latin typeface="Arial"/>
              </a:defRPr>
            </a:pPr>
            <a:r>
              <a:t>Illustrative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777240"/>
            <a:ext cx="2383155" cy="2057400"/>
          </a:xfrm>
          <a:prstGeom prst="rect">
            <a:avLst/>
          </a:prstGeom>
          <a:solidFill>
            <a:srgbClr val="FD51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795528"/>
            <a:ext cx="2291715" cy="2020824"/>
          </a:xfrm>
          <a:prstGeom prst="rect">
            <a:avLst/>
          </a:prstGeom>
          <a:noFill/>
        </p:spPr>
        <p:txBody>
          <a:bodyPr wrap="square" anchor="ctr" lIns="54864" rIns="54864" tIns="27432" bIns="27432">
            <a:spAutoFit/>
          </a:bodyPr>
          <a:lstStyle/>
          <a:p>
            <a:pPr algn="ctr">
              <a:defRPr sz="700" b="0">
                <a:solidFill>
                  <a:srgbClr val="FFFFFF"/>
                </a:solidFill>
                <a:latin typeface="Arial"/>
              </a:defRPr>
            </a:pPr>
            <a:r>
              <a:t>{{seg_0_0}}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2834640"/>
            <a:ext cx="2383155" cy="1234439"/>
          </a:xfrm>
          <a:prstGeom prst="rect">
            <a:avLst/>
          </a:prstGeom>
          <a:solidFill>
            <a:srgbClr val="FE7C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2920" y="2852928"/>
            <a:ext cx="2291715" cy="1197863"/>
          </a:xfrm>
          <a:prstGeom prst="rect">
            <a:avLst/>
          </a:prstGeom>
          <a:noFill/>
        </p:spPr>
        <p:txBody>
          <a:bodyPr wrap="square" anchor="ctr" lIns="54864" rIns="54864" tIns="27432" bIns="27432">
            <a:spAutoFit/>
          </a:bodyPr>
          <a:lstStyle/>
          <a:p>
            <a:pPr algn="ctr">
              <a:defRPr sz="700" b="0">
                <a:solidFill>
                  <a:srgbClr val="FFFFFF"/>
                </a:solidFill>
                <a:latin typeface="Arial"/>
              </a:defRPr>
            </a:pPr>
            <a:r>
              <a:t>{{seg_0_1}}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4069080"/>
            <a:ext cx="2383155" cy="822960"/>
          </a:xfrm>
          <a:prstGeom prst="rect">
            <a:avLst/>
          </a:prstGeom>
          <a:solidFill>
            <a:srgbClr val="CBD1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2920" y="4087368"/>
            <a:ext cx="2291715" cy="786384"/>
          </a:xfrm>
          <a:prstGeom prst="rect">
            <a:avLst/>
          </a:prstGeom>
          <a:noFill/>
        </p:spPr>
        <p:txBody>
          <a:bodyPr wrap="square" anchor="ctr" lIns="54864" rIns="54864" tIns="27432" bIns="27432">
            <a:spAutoFit/>
          </a:bodyPr>
          <a:lstStyle/>
          <a:p>
            <a:pPr algn="ctr">
              <a:defRPr sz="700" b="0">
                <a:solidFill>
                  <a:srgbClr val="000000"/>
                </a:solidFill>
                <a:latin typeface="Arial"/>
              </a:defRPr>
            </a:pPr>
            <a:r>
              <a:t>{{seg_0_2}}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4937759"/>
            <a:ext cx="2383155" cy="274320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ctr">
              <a:defRPr sz="700" b="1">
                <a:solidFill>
                  <a:srgbClr val="000000"/>
                </a:solidFill>
                <a:latin typeface="Arial"/>
              </a:defRPr>
            </a:pPr>
            <a:r>
              <a:t>{{col_0}}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548640"/>
            <a:ext cx="2383155" cy="182880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ctr">
              <a:defRPr sz="700" b="0">
                <a:solidFill>
                  <a:srgbClr val="A1A8B3"/>
                </a:solidFill>
                <a:latin typeface="Arial"/>
              </a:defRPr>
            </a:pPr>
            <a:r>
              <a:t>{{size_0}}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886075" y="777240"/>
            <a:ext cx="1703070" cy="2057400"/>
          </a:xfrm>
          <a:prstGeom prst="rect">
            <a:avLst/>
          </a:prstGeom>
          <a:solidFill>
            <a:srgbClr val="FD51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931795" y="795528"/>
            <a:ext cx="1611630" cy="2020824"/>
          </a:xfrm>
          <a:prstGeom prst="rect">
            <a:avLst/>
          </a:prstGeom>
          <a:noFill/>
        </p:spPr>
        <p:txBody>
          <a:bodyPr wrap="square" anchor="ctr" lIns="54864" rIns="54864" tIns="27432" bIns="27432">
            <a:spAutoFit/>
          </a:bodyPr>
          <a:lstStyle/>
          <a:p>
            <a:pPr algn="ctr">
              <a:defRPr sz="700" b="0">
                <a:solidFill>
                  <a:srgbClr val="FFFFFF"/>
                </a:solidFill>
                <a:latin typeface="Arial"/>
              </a:defRPr>
            </a:pPr>
            <a:r>
              <a:t>{{seg_1_0}}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886075" y="2834640"/>
            <a:ext cx="1703070" cy="1234439"/>
          </a:xfrm>
          <a:prstGeom prst="rect">
            <a:avLst/>
          </a:prstGeom>
          <a:solidFill>
            <a:srgbClr val="FE7C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931795" y="2852928"/>
            <a:ext cx="1611630" cy="1197863"/>
          </a:xfrm>
          <a:prstGeom prst="rect">
            <a:avLst/>
          </a:prstGeom>
          <a:noFill/>
        </p:spPr>
        <p:txBody>
          <a:bodyPr wrap="square" anchor="ctr" lIns="54864" rIns="54864" tIns="27432" bIns="27432">
            <a:spAutoFit/>
          </a:bodyPr>
          <a:lstStyle/>
          <a:p>
            <a:pPr algn="ctr">
              <a:defRPr sz="700" b="0">
                <a:solidFill>
                  <a:srgbClr val="FFFFFF"/>
                </a:solidFill>
                <a:latin typeface="Arial"/>
              </a:defRPr>
            </a:pPr>
            <a:r>
              <a:t>{{seg_1_1}}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886075" y="4069080"/>
            <a:ext cx="1703070" cy="822960"/>
          </a:xfrm>
          <a:prstGeom prst="rect">
            <a:avLst/>
          </a:prstGeom>
          <a:solidFill>
            <a:srgbClr val="CBD1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931795" y="4087368"/>
            <a:ext cx="1611630" cy="786384"/>
          </a:xfrm>
          <a:prstGeom prst="rect">
            <a:avLst/>
          </a:prstGeom>
          <a:noFill/>
        </p:spPr>
        <p:txBody>
          <a:bodyPr wrap="square" anchor="ctr" lIns="54864" rIns="54864" tIns="27432" bIns="27432">
            <a:spAutoFit/>
          </a:bodyPr>
          <a:lstStyle/>
          <a:p>
            <a:pPr algn="ctr">
              <a:defRPr sz="700" b="0">
                <a:solidFill>
                  <a:srgbClr val="000000"/>
                </a:solidFill>
                <a:latin typeface="Arial"/>
              </a:defRPr>
            </a:pPr>
            <a:r>
              <a:t>{{seg_1_2}}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886075" y="4937759"/>
            <a:ext cx="1703070" cy="274320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ctr">
              <a:defRPr sz="700" b="1">
                <a:solidFill>
                  <a:srgbClr val="000000"/>
                </a:solidFill>
                <a:latin typeface="Arial"/>
              </a:defRPr>
            </a:pPr>
            <a:r>
              <a:t>{{col_1}}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886075" y="548640"/>
            <a:ext cx="1703070" cy="182880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ctr">
              <a:defRPr sz="700" b="0">
                <a:solidFill>
                  <a:srgbClr val="A1A8B3"/>
                </a:solidFill>
                <a:latin typeface="Arial"/>
              </a:defRPr>
            </a:pPr>
            <a:r>
              <a:t>{{size_1}}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634865" y="777240"/>
            <a:ext cx="1411605" cy="2057400"/>
          </a:xfrm>
          <a:prstGeom prst="rect">
            <a:avLst/>
          </a:prstGeom>
          <a:solidFill>
            <a:srgbClr val="FD51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680584" y="795528"/>
            <a:ext cx="1320165" cy="2020824"/>
          </a:xfrm>
          <a:prstGeom prst="rect">
            <a:avLst/>
          </a:prstGeom>
          <a:noFill/>
        </p:spPr>
        <p:txBody>
          <a:bodyPr wrap="square" anchor="ctr" lIns="54864" rIns="54864" tIns="27432" bIns="27432">
            <a:spAutoFit/>
          </a:bodyPr>
          <a:lstStyle/>
          <a:p>
            <a:pPr algn="ctr">
              <a:defRPr sz="700" b="0">
                <a:solidFill>
                  <a:srgbClr val="FFFFFF"/>
                </a:solidFill>
                <a:latin typeface="Arial"/>
              </a:defRPr>
            </a:pPr>
            <a:r>
              <a:t>{{seg_2_0}}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634865" y="2834640"/>
            <a:ext cx="1411605" cy="1234439"/>
          </a:xfrm>
          <a:prstGeom prst="rect">
            <a:avLst/>
          </a:prstGeom>
          <a:solidFill>
            <a:srgbClr val="FE7C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680584" y="2852928"/>
            <a:ext cx="1320165" cy="1197863"/>
          </a:xfrm>
          <a:prstGeom prst="rect">
            <a:avLst/>
          </a:prstGeom>
          <a:noFill/>
        </p:spPr>
        <p:txBody>
          <a:bodyPr wrap="square" anchor="ctr" lIns="54864" rIns="54864" tIns="27432" bIns="27432">
            <a:spAutoFit/>
          </a:bodyPr>
          <a:lstStyle/>
          <a:p>
            <a:pPr algn="ctr">
              <a:defRPr sz="700" b="0">
                <a:solidFill>
                  <a:srgbClr val="FFFFFF"/>
                </a:solidFill>
                <a:latin typeface="Arial"/>
              </a:defRPr>
            </a:pPr>
            <a:r>
              <a:t>{{seg_2_1}}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634865" y="4069080"/>
            <a:ext cx="1411605" cy="822960"/>
          </a:xfrm>
          <a:prstGeom prst="rect">
            <a:avLst/>
          </a:prstGeom>
          <a:solidFill>
            <a:srgbClr val="CBD1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680584" y="4087368"/>
            <a:ext cx="1320165" cy="786384"/>
          </a:xfrm>
          <a:prstGeom prst="rect">
            <a:avLst/>
          </a:prstGeom>
          <a:noFill/>
        </p:spPr>
        <p:txBody>
          <a:bodyPr wrap="square" anchor="ctr" lIns="54864" rIns="54864" tIns="27432" bIns="27432">
            <a:spAutoFit/>
          </a:bodyPr>
          <a:lstStyle/>
          <a:p>
            <a:pPr algn="ctr">
              <a:defRPr sz="700" b="0">
                <a:solidFill>
                  <a:srgbClr val="000000"/>
                </a:solidFill>
                <a:latin typeface="Arial"/>
              </a:defRPr>
            </a:pPr>
            <a:r>
              <a:t>{{seg_2_2}}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634865" y="4937759"/>
            <a:ext cx="1411605" cy="274320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ctr">
              <a:defRPr sz="700" b="1">
                <a:solidFill>
                  <a:srgbClr val="000000"/>
                </a:solidFill>
                <a:latin typeface="Arial"/>
              </a:defRPr>
            </a:pPr>
            <a:r>
              <a:t>{{col_2}}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634865" y="548640"/>
            <a:ext cx="1411605" cy="182880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ctr">
              <a:defRPr sz="700" b="0">
                <a:solidFill>
                  <a:srgbClr val="A1A8B3"/>
                </a:solidFill>
                <a:latin typeface="Arial"/>
              </a:defRPr>
            </a:pPr>
            <a:r>
              <a:t>{{size_2}}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092190" y="777240"/>
            <a:ext cx="1120139" cy="2057400"/>
          </a:xfrm>
          <a:prstGeom prst="rect">
            <a:avLst/>
          </a:prstGeom>
          <a:solidFill>
            <a:srgbClr val="FD51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137909" y="795528"/>
            <a:ext cx="1028700" cy="2020824"/>
          </a:xfrm>
          <a:prstGeom prst="rect">
            <a:avLst/>
          </a:prstGeom>
          <a:noFill/>
        </p:spPr>
        <p:txBody>
          <a:bodyPr wrap="square" anchor="ctr" lIns="54864" rIns="54864" tIns="27432" bIns="27432">
            <a:spAutoFit/>
          </a:bodyPr>
          <a:lstStyle/>
          <a:p>
            <a:pPr algn="ctr">
              <a:defRPr sz="700" b="0">
                <a:solidFill>
                  <a:srgbClr val="FFFFFF"/>
                </a:solidFill>
                <a:latin typeface="Arial"/>
              </a:defRPr>
            </a:pPr>
            <a:r>
              <a:t>{{seg_3_0}}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092190" y="2834640"/>
            <a:ext cx="1120139" cy="1234439"/>
          </a:xfrm>
          <a:prstGeom prst="rect">
            <a:avLst/>
          </a:prstGeom>
          <a:solidFill>
            <a:srgbClr val="FE7C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137909" y="2852928"/>
            <a:ext cx="1028700" cy="1197863"/>
          </a:xfrm>
          <a:prstGeom prst="rect">
            <a:avLst/>
          </a:prstGeom>
          <a:noFill/>
        </p:spPr>
        <p:txBody>
          <a:bodyPr wrap="square" anchor="ctr" lIns="54864" rIns="54864" tIns="27432" bIns="27432">
            <a:spAutoFit/>
          </a:bodyPr>
          <a:lstStyle/>
          <a:p>
            <a:pPr algn="ctr">
              <a:defRPr sz="700" b="0">
                <a:solidFill>
                  <a:srgbClr val="FFFFFF"/>
                </a:solidFill>
                <a:latin typeface="Arial"/>
              </a:defRPr>
            </a:pPr>
            <a:r>
              <a:t>{{seg_3_1}}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092190" y="4069080"/>
            <a:ext cx="1120139" cy="822960"/>
          </a:xfrm>
          <a:prstGeom prst="rect">
            <a:avLst/>
          </a:prstGeom>
          <a:solidFill>
            <a:srgbClr val="CBD1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137909" y="4087368"/>
            <a:ext cx="1028700" cy="786384"/>
          </a:xfrm>
          <a:prstGeom prst="rect">
            <a:avLst/>
          </a:prstGeom>
          <a:noFill/>
        </p:spPr>
        <p:txBody>
          <a:bodyPr wrap="square" anchor="ctr" lIns="54864" rIns="54864" tIns="27432" bIns="27432">
            <a:spAutoFit/>
          </a:bodyPr>
          <a:lstStyle/>
          <a:p>
            <a:pPr algn="ctr">
              <a:defRPr sz="700" b="0">
                <a:solidFill>
                  <a:srgbClr val="000000"/>
                </a:solidFill>
                <a:latin typeface="Arial"/>
              </a:defRPr>
            </a:pPr>
            <a:r>
              <a:t>{{seg_3_2}}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092190" y="4937759"/>
            <a:ext cx="1120139" cy="274320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ctr">
              <a:defRPr sz="700" b="1">
                <a:solidFill>
                  <a:srgbClr val="000000"/>
                </a:solidFill>
                <a:latin typeface="Arial"/>
              </a:defRPr>
            </a:pPr>
            <a:r>
              <a:t>{{col_3}}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092190" y="548640"/>
            <a:ext cx="1120139" cy="182880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ctr">
              <a:defRPr sz="700" b="0">
                <a:solidFill>
                  <a:srgbClr val="A1A8B3"/>
                </a:solidFill>
                <a:latin typeface="Arial"/>
              </a:defRPr>
            </a:pPr>
            <a:r>
              <a:t>{{size_3}}</a:t>
            </a:r>
          </a:p>
        </p:txBody>
      </p:sp>
      <p:sp>
        <p:nvSpPr>
          <p:cNvPr id="41" name="Rectangle 40"/>
          <p:cNvSpPr/>
          <p:nvPr/>
        </p:nvSpPr>
        <p:spPr>
          <a:xfrm>
            <a:off x="7258050" y="777240"/>
            <a:ext cx="925830" cy="2057400"/>
          </a:xfrm>
          <a:prstGeom prst="rect">
            <a:avLst/>
          </a:prstGeom>
          <a:solidFill>
            <a:srgbClr val="FD51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7303770" y="795528"/>
            <a:ext cx="834390" cy="2020824"/>
          </a:xfrm>
          <a:prstGeom prst="rect">
            <a:avLst/>
          </a:prstGeom>
          <a:noFill/>
        </p:spPr>
        <p:txBody>
          <a:bodyPr wrap="square" anchor="ctr" lIns="54864" rIns="54864" tIns="27432" bIns="27432">
            <a:spAutoFit/>
          </a:bodyPr>
          <a:lstStyle/>
          <a:p>
            <a:pPr algn="ctr">
              <a:defRPr sz="700" b="0">
                <a:solidFill>
                  <a:srgbClr val="FFFFFF"/>
                </a:solidFill>
                <a:latin typeface="Arial"/>
              </a:defRPr>
            </a:pPr>
            <a:r>
              <a:t>{{seg_4_0}}</a:t>
            </a:r>
          </a:p>
        </p:txBody>
      </p:sp>
      <p:sp>
        <p:nvSpPr>
          <p:cNvPr id="43" name="Rectangle 42"/>
          <p:cNvSpPr/>
          <p:nvPr/>
        </p:nvSpPr>
        <p:spPr>
          <a:xfrm>
            <a:off x="7258050" y="2834640"/>
            <a:ext cx="925830" cy="1234439"/>
          </a:xfrm>
          <a:prstGeom prst="rect">
            <a:avLst/>
          </a:prstGeom>
          <a:solidFill>
            <a:srgbClr val="FE7C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7303770" y="2852928"/>
            <a:ext cx="834390" cy="1197863"/>
          </a:xfrm>
          <a:prstGeom prst="rect">
            <a:avLst/>
          </a:prstGeom>
          <a:noFill/>
        </p:spPr>
        <p:txBody>
          <a:bodyPr wrap="square" anchor="ctr" lIns="54864" rIns="54864" tIns="27432" bIns="27432">
            <a:spAutoFit/>
          </a:bodyPr>
          <a:lstStyle/>
          <a:p>
            <a:pPr algn="ctr">
              <a:defRPr sz="700" b="0">
                <a:solidFill>
                  <a:srgbClr val="FFFFFF"/>
                </a:solidFill>
                <a:latin typeface="Arial"/>
              </a:defRPr>
            </a:pPr>
            <a:r>
              <a:t>{{seg_4_1}}</a:t>
            </a:r>
          </a:p>
        </p:txBody>
      </p:sp>
      <p:sp>
        <p:nvSpPr>
          <p:cNvPr id="45" name="Rectangle 44"/>
          <p:cNvSpPr/>
          <p:nvPr/>
        </p:nvSpPr>
        <p:spPr>
          <a:xfrm>
            <a:off x="7258050" y="4069080"/>
            <a:ext cx="925830" cy="822960"/>
          </a:xfrm>
          <a:prstGeom prst="rect">
            <a:avLst/>
          </a:prstGeom>
          <a:solidFill>
            <a:srgbClr val="CBD1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7303770" y="4087368"/>
            <a:ext cx="834390" cy="786384"/>
          </a:xfrm>
          <a:prstGeom prst="rect">
            <a:avLst/>
          </a:prstGeom>
          <a:noFill/>
        </p:spPr>
        <p:txBody>
          <a:bodyPr wrap="square" anchor="ctr" lIns="54864" rIns="54864" tIns="27432" bIns="27432">
            <a:spAutoFit/>
          </a:bodyPr>
          <a:lstStyle/>
          <a:p>
            <a:pPr algn="ctr">
              <a:defRPr sz="700" b="0">
                <a:solidFill>
                  <a:srgbClr val="000000"/>
                </a:solidFill>
                <a:latin typeface="Arial"/>
              </a:defRPr>
            </a:pPr>
            <a:r>
              <a:t>{{seg_4_2}}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258050" y="4937759"/>
            <a:ext cx="925830" cy="274320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ctr">
              <a:defRPr sz="700" b="1">
                <a:solidFill>
                  <a:srgbClr val="000000"/>
                </a:solidFill>
                <a:latin typeface="Arial"/>
              </a:defRPr>
            </a:pPr>
            <a:r>
              <a:t>{{col_4}}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258050" y="548640"/>
            <a:ext cx="925830" cy="182880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ctr">
              <a:defRPr sz="700" b="0">
                <a:solidFill>
                  <a:srgbClr val="A1A8B3"/>
                </a:solidFill>
                <a:latin typeface="Arial"/>
              </a:defRPr>
            </a:pPr>
            <a:r>
              <a:t>{{size_4}}</a:t>
            </a:r>
          </a:p>
        </p:txBody>
      </p:sp>
      <p:sp>
        <p:nvSpPr>
          <p:cNvPr id="49" name="Rectangle 48"/>
          <p:cNvSpPr/>
          <p:nvPr/>
        </p:nvSpPr>
        <p:spPr>
          <a:xfrm>
            <a:off x="457200" y="5120640"/>
            <a:ext cx="182880" cy="137160"/>
          </a:xfrm>
          <a:prstGeom prst="rect">
            <a:avLst/>
          </a:prstGeom>
          <a:solidFill>
            <a:srgbClr val="FD51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731520" y="5102352"/>
            <a:ext cx="1828800" cy="182880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l">
              <a:defRPr sz="700" b="0">
                <a:solidFill>
                  <a:srgbClr val="000000"/>
                </a:solidFill>
                <a:latin typeface="Arial"/>
              </a:defRPr>
            </a:pPr>
            <a:r>
              <a:t>{{legend_1}}</a:t>
            </a:r>
          </a:p>
        </p:txBody>
      </p:sp>
      <p:sp>
        <p:nvSpPr>
          <p:cNvPr id="51" name="Rectangle 50"/>
          <p:cNvSpPr/>
          <p:nvPr/>
        </p:nvSpPr>
        <p:spPr>
          <a:xfrm>
            <a:off x="2743200" y="5120640"/>
            <a:ext cx="182880" cy="137160"/>
          </a:xfrm>
          <a:prstGeom prst="rect">
            <a:avLst/>
          </a:prstGeom>
          <a:solidFill>
            <a:srgbClr val="FE7C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3017520" y="5102352"/>
            <a:ext cx="1828800" cy="182880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l">
              <a:defRPr sz="700" b="0">
                <a:solidFill>
                  <a:srgbClr val="000000"/>
                </a:solidFill>
                <a:latin typeface="Arial"/>
              </a:defRPr>
            </a:pPr>
            <a:r>
              <a:t>{{legend_2}}</a:t>
            </a:r>
          </a:p>
        </p:txBody>
      </p:sp>
      <p:sp>
        <p:nvSpPr>
          <p:cNvPr id="53" name="Rectangle 52"/>
          <p:cNvSpPr/>
          <p:nvPr/>
        </p:nvSpPr>
        <p:spPr>
          <a:xfrm>
            <a:off x="5029200" y="5120640"/>
            <a:ext cx="182880" cy="137160"/>
          </a:xfrm>
          <a:prstGeom prst="rect">
            <a:avLst/>
          </a:prstGeom>
          <a:solidFill>
            <a:srgbClr val="CBD1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5303520" y="5102352"/>
            <a:ext cx="1828800" cy="182880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l">
              <a:defRPr sz="700" b="0">
                <a:solidFill>
                  <a:srgbClr val="000000"/>
                </a:solidFill>
                <a:latin typeface="Arial"/>
              </a:defRPr>
            </a:pPr>
            <a:r>
              <a:t>{{legend_3}}</a:t>
            </a:r>
          </a:p>
        </p:txBody>
      </p:sp>
      <p:sp>
        <p:nvSpPr>
          <p:cNvPr id="55" name="Rectangle 54"/>
          <p:cNvSpPr/>
          <p:nvPr/>
        </p:nvSpPr>
        <p:spPr>
          <a:xfrm>
            <a:off x="274320" y="5394960"/>
            <a:ext cx="8595360" cy="45720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274320" y="5394960"/>
            <a:ext cx="54864" cy="457200"/>
          </a:xfrm>
          <a:prstGeom prst="rect">
            <a:avLst/>
          </a:prstGeom>
          <a:solidFill>
            <a:srgbClr val="FD51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457200" y="5440680"/>
            <a:ext cx="8229600" cy="365760"/>
          </a:xfrm>
          <a:prstGeom prst="rect">
            <a:avLst/>
          </a:prstGeom>
          <a:noFill/>
        </p:spPr>
        <p:txBody>
          <a:bodyPr wrap="square" anchor="ctr" lIns="54864" rIns="54864" tIns="27432" bIns="27432">
            <a:spAutoFit/>
          </a:bodyPr>
          <a:lstStyle/>
          <a:p>
            <a:pPr algn="l">
              <a:defRPr sz="900" b="1">
                <a:solidFill>
                  <a:srgbClr val="FFFFFF"/>
                </a:solidFill>
                <a:latin typeface="Arial"/>
              </a:defRPr>
            </a:pPr>
            <a:r>
              <a:t>{{takeaway}}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6576" cy="502920"/>
          </a:xfrm>
          <a:prstGeom prst="rect">
            <a:avLst/>
          </a:prstGeom>
          <a:solidFill>
            <a:srgbClr val="FD51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" y="73152"/>
            <a:ext cx="5943600" cy="365760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Georgia"/>
              </a:defRPr>
            </a:pPr>
            <a:r>
              <a:t>{{title}}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0" y="109728"/>
            <a:ext cx="2743200" cy="274320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r">
              <a:defRPr sz="700" b="0">
                <a:solidFill>
                  <a:srgbClr val="CBD1D6"/>
                </a:solidFill>
                <a:latin typeface="Arial"/>
              </a:defRPr>
            </a:pPr>
            <a:r>
              <a:t>{{breadcrumb}}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6537960"/>
            <a:ext cx="8595360" cy="4572"/>
          </a:xfrm>
          <a:prstGeom prst="rect">
            <a:avLst/>
          </a:prstGeom>
          <a:solidFill>
            <a:srgbClr val="DDDD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6583680"/>
            <a:ext cx="4572000" cy="182880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l">
              <a:defRPr sz="600" b="0">
                <a:solidFill>
                  <a:srgbClr val="A1A8B3"/>
                </a:solidFill>
                <a:latin typeface="Arial"/>
              </a:defRPr>
            </a:pPr>
            <a:r>
              <a:t>Strictly Private and Confidential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0" y="594360"/>
            <a:ext cx="1097280" cy="201168"/>
          </a:xfrm>
          <a:prstGeom prst="roundRect">
            <a:avLst>
              <a:gd name="adj" fmla="val 50000"/>
            </a:avLst>
          </a:prstGeom>
          <a:solidFill>
            <a:srgbClr val="FE7C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700" b="1">
                <a:solidFill>
                  <a:srgbClr val="FFFFFF"/>
                </a:solidFill>
                <a:latin typeface="Arial"/>
              </a:defRPr>
            </a:pPr>
            <a:r>
              <a:t>Illustrative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685800"/>
            <a:ext cx="2286000" cy="32004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20040" y="685800"/>
            <a:ext cx="2194560" cy="320040"/>
          </a:xfrm>
          <a:prstGeom prst="rect">
            <a:avLst/>
          </a:prstGeom>
          <a:noFill/>
        </p:spPr>
        <p:txBody>
          <a:bodyPr wrap="square" anchor="ctr" lIns="54864" rIns="54864" tIns="27432" bIns="27432">
            <a:spAutoFit/>
          </a:bodyPr>
          <a:lstStyle/>
          <a:p>
            <a:pPr algn="ctr">
              <a:defRPr sz="800" b="1">
                <a:solidFill>
                  <a:srgbClr val="FFFFFF"/>
                </a:solidFill>
                <a:latin typeface="Arial"/>
              </a:defRPr>
            </a:pPr>
            <a:r>
              <a:t>{{h_item}}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560320" y="685800"/>
            <a:ext cx="1828800" cy="32004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606039" y="685800"/>
            <a:ext cx="1737360" cy="320040"/>
          </a:xfrm>
          <a:prstGeom prst="rect">
            <a:avLst/>
          </a:prstGeom>
          <a:noFill/>
        </p:spPr>
        <p:txBody>
          <a:bodyPr wrap="square" anchor="ctr" lIns="54864" rIns="54864" tIns="27432" bIns="27432">
            <a:spAutoFit/>
          </a:bodyPr>
          <a:lstStyle/>
          <a:p>
            <a:pPr algn="ctr">
              <a:defRPr sz="800" b="1">
                <a:solidFill>
                  <a:srgbClr val="FFFFFF"/>
                </a:solidFill>
                <a:latin typeface="Arial"/>
              </a:defRPr>
            </a:pPr>
            <a:r>
              <a:t>{{h_value}}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389120" y="685800"/>
            <a:ext cx="3200400" cy="32004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434840" y="685800"/>
            <a:ext cx="3108960" cy="320040"/>
          </a:xfrm>
          <a:prstGeom prst="rect">
            <a:avLst/>
          </a:prstGeom>
          <a:noFill/>
        </p:spPr>
        <p:txBody>
          <a:bodyPr wrap="square" anchor="ctr" lIns="54864" rIns="54864" tIns="27432" bIns="27432">
            <a:spAutoFit/>
          </a:bodyPr>
          <a:lstStyle/>
          <a:p>
            <a:pPr algn="ctr">
              <a:defRPr sz="800" b="1">
                <a:solidFill>
                  <a:srgbClr val="FFFFFF"/>
                </a:solidFill>
                <a:latin typeface="Arial"/>
              </a:defRPr>
            </a:pPr>
            <a:r>
              <a:t>{{h_progress}}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589520" y="685800"/>
            <a:ext cx="1371600" cy="32004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635240" y="685800"/>
            <a:ext cx="1280160" cy="320040"/>
          </a:xfrm>
          <a:prstGeom prst="rect">
            <a:avLst/>
          </a:prstGeom>
          <a:noFill/>
        </p:spPr>
        <p:txBody>
          <a:bodyPr wrap="square" anchor="ctr" lIns="54864" rIns="54864" tIns="27432" bIns="27432">
            <a:spAutoFit/>
          </a:bodyPr>
          <a:lstStyle/>
          <a:p>
            <a:pPr algn="ctr">
              <a:defRPr sz="800" b="1">
                <a:solidFill>
                  <a:srgbClr val="FFFFFF"/>
                </a:solidFill>
                <a:latin typeface="Arial"/>
              </a:defRPr>
            </a:pPr>
            <a:r>
              <a:t>{{h_status}}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74320" y="1005840"/>
            <a:ext cx="2286000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47472" y="1005840"/>
            <a:ext cx="2139696" cy="594360"/>
          </a:xfrm>
          <a:prstGeom prst="rect">
            <a:avLst/>
          </a:prstGeom>
          <a:noFill/>
        </p:spPr>
        <p:txBody>
          <a:bodyPr wrap="square" anchor="ctr" lIns="54864" rIns="54864" tIns="27432" bIns="27432">
            <a:spAutoFit/>
          </a:bodyPr>
          <a:lstStyle/>
          <a:p>
            <a:pPr algn="l">
              <a:defRPr sz="800" b="1">
                <a:solidFill>
                  <a:srgbClr val="000000"/>
                </a:solidFill>
                <a:latin typeface="Arial"/>
              </a:defRPr>
            </a:pPr>
            <a:r>
              <a:t>{{item_0}}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560320" y="1005840"/>
            <a:ext cx="1828800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633472" y="1005840"/>
            <a:ext cx="1682496" cy="594360"/>
          </a:xfrm>
          <a:prstGeom prst="rect">
            <a:avLst/>
          </a:prstGeom>
          <a:noFill/>
        </p:spPr>
        <p:txBody>
          <a:bodyPr wrap="square" anchor="ctr" lIns="54864" rIns="54864" tIns="27432" bIns="27432">
            <a:spAutoFit/>
          </a:bodyPr>
          <a:lstStyle/>
          <a:p>
            <a:pPr algn="ctr">
              <a:defRPr sz="900" b="1">
                <a:solidFill>
                  <a:srgbClr val="FD5108"/>
                </a:solidFill>
                <a:latin typeface="Arial"/>
              </a:defRPr>
            </a:pPr>
            <a:r>
              <a:t>{{value_0}}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389120" y="1005840"/>
            <a:ext cx="3200400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526280" y="1211580"/>
            <a:ext cx="2926080" cy="18288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526280" y="1211580"/>
            <a:ext cx="2487168" cy="182880"/>
          </a:xfrm>
          <a:prstGeom prst="rect">
            <a:avLst/>
          </a:prstGeom>
          <a:solidFill>
            <a:srgbClr val="FD51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470648" y="1193292"/>
            <a:ext cx="457200" cy="228600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l">
              <a:defRPr sz="700" b="1">
                <a:solidFill>
                  <a:srgbClr val="000000"/>
                </a:solidFill>
                <a:latin typeface="Arial"/>
              </a:defRPr>
            </a:pPr>
            <a:r>
              <a:t>85%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589520" y="1005840"/>
            <a:ext cx="1371600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662672" y="1005840"/>
            <a:ext cx="1225296" cy="594360"/>
          </a:xfrm>
          <a:prstGeom prst="rect">
            <a:avLst/>
          </a:prstGeom>
          <a:noFill/>
        </p:spPr>
        <p:txBody>
          <a:bodyPr wrap="square" anchor="ctr" lIns="54864" rIns="54864" tIns="27432" bIns="27432">
            <a:spAutoFit/>
          </a:bodyPr>
          <a:lstStyle/>
          <a:p>
            <a:pPr algn="ctr">
              <a:defRPr sz="800" b="0">
                <a:solidFill>
                  <a:srgbClr val="000000"/>
                </a:solidFill>
                <a:latin typeface="Arial"/>
              </a:defRPr>
            </a:pPr>
            <a:r>
              <a:t>{{status_0}}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74320" y="1600200"/>
            <a:ext cx="2286000" cy="594360"/>
          </a:xfrm>
          <a:prstGeom prst="rect">
            <a:avLst/>
          </a:prstGeom>
          <a:solidFill>
            <a:srgbClr val="F2F2F2"/>
          </a:solidFill>
          <a:ln w="6350">
            <a:solidFill>
              <a:srgbClr val="DDDD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47472" y="1600200"/>
            <a:ext cx="2139696" cy="594360"/>
          </a:xfrm>
          <a:prstGeom prst="rect">
            <a:avLst/>
          </a:prstGeom>
          <a:noFill/>
        </p:spPr>
        <p:txBody>
          <a:bodyPr wrap="square" anchor="ctr" lIns="54864" rIns="54864" tIns="27432" bIns="27432">
            <a:spAutoFit/>
          </a:bodyPr>
          <a:lstStyle/>
          <a:p>
            <a:pPr algn="l">
              <a:defRPr sz="800" b="1">
                <a:solidFill>
                  <a:srgbClr val="000000"/>
                </a:solidFill>
                <a:latin typeface="Arial"/>
              </a:defRPr>
            </a:pPr>
            <a:r>
              <a:t>{{item_1}}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560320" y="1600200"/>
            <a:ext cx="1828800" cy="594360"/>
          </a:xfrm>
          <a:prstGeom prst="rect">
            <a:avLst/>
          </a:prstGeom>
          <a:solidFill>
            <a:srgbClr val="F2F2F2"/>
          </a:solidFill>
          <a:ln w="6350">
            <a:solidFill>
              <a:srgbClr val="DDDD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2633472" y="1600200"/>
            <a:ext cx="1682496" cy="594360"/>
          </a:xfrm>
          <a:prstGeom prst="rect">
            <a:avLst/>
          </a:prstGeom>
          <a:noFill/>
        </p:spPr>
        <p:txBody>
          <a:bodyPr wrap="square" anchor="ctr" lIns="54864" rIns="54864" tIns="27432" bIns="27432">
            <a:spAutoFit/>
          </a:bodyPr>
          <a:lstStyle/>
          <a:p>
            <a:pPr algn="ctr">
              <a:defRPr sz="900" b="1">
                <a:solidFill>
                  <a:srgbClr val="FD5108"/>
                </a:solidFill>
                <a:latin typeface="Arial"/>
              </a:defRPr>
            </a:pPr>
            <a:r>
              <a:t>{{value_1}}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389120" y="1600200"/>
            <a:ext cx="3200400" cy="594360"/>
          </a:xfrm>
          <a:prstGeom prst="rect">
            <a:avLst/>
          </a:prstGeom>
          <a:solidFill>
            <a:srgbClr val="F2F2F2"/>
          </a:solidFill>
          <a:ln w="6350">
            <a:solidFill>
              <a:srgbClr val="DDDD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4526280" y="1805940"/>
            <a:ext cx="2926080" cy="18288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4526280" y="1805940"/>
            <a:ext cx="1755648" cy="182880"/>
          </a:xfrm>
          <a:prstGeom prst="rect">
            <a:avLst/>
          </a:prstGeom>
          <a:solidFill>
            <a:srgbClr val="FE7C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470648" y="1787652"/>
            <a:ext cx="457200" cy="228600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l">
              <a:defRPr sz="700" b="1">
                <a:solidFill>
                  <a:srgbClr val="000000"/>
                </a:solidFill>
                <a:latin typeface="Arial"/>
              </a:defRPr>
            </a:pPr>
            <a:r>
              <a:t>60%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589520" y="1600200"/>
            <a:ext cx="1371600" cy="594360"/>
          </a:xfrm>
          <a:prstGeom prst="rect">
            <a:avLst/>
          </a:prstGeom>
          <a:solidFill>
            <a:srgbClr val="F2F2F2"/>
          </a:solidFill>
          <a:ln w="6350">
            <a:solidFill>
              <a:srgbClr val="DDDD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662672" y="1600200"/>
            <a:ext cx="1225296" cy="594360"/>
          </a:xfrm>
          <a:prstGeom prst="rect">
            <a:avLst/>
          </a:prstGeom>
          <a:noFill/>
        </p:spPr>
        <p:txBody>
          <a:bodyPr wrap="square" anchor="ctr" lIns="54864" rIns="54864" tIns="27432" bIns="27432">
            <a:spAutoFit/>
          </a:bodyPr>
          <a:lstStyle/>
          <a:p>
            <a:pPr algn="ctr">
              <a:defRPr sz="800" b="0">
                <a:solidFill>
                  <a:srgbClr val="000000"/>
                </a:solidFill>
                <a:latin typeface="Arial"/>
              </a:defRPr>
            </a:pPr>
            <a:r>
              <a:t>{{status_1}}</a:t>
            </a:r>
          </a:p>
        </p:txBody>
      </p:sp>
      <p:sp>
        <p:nvSpPr>
          <p:cNvPr id="37" name="Rectangle 36"/>
          <p:cNvSpPr/>
          <p:nvPr/>
        </p:nvSpPr>
        <p:spPr>
          <a:xfrm>
            <a:off x="274320" y="2194560"/>
            <a:ext cx="2286000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347472" y="2194560"/>
            <a:ext cx="2139696" cy="594360"/>
          </a:xfrm>
          <a:prstGeom prst="rect">
            <a:avLst/>
          </a:prstGeom>
          <a:noFill/>
        </p:spPr>
        <p:txBody>
          <a:bodyPr wrap="square" anchor="ctr" lIns="54864" rIns="54864" tIns="27432" bIns="27432">
            <a:spAutoFit/>
          </a:bodyPr>
          <a:lstStyle/>
          <a:p>
            <a:pPr algn="l">
              <a:defRPr sz="800" b="1">
                <a:solidFill>
                  <a:srgbClr val="000000"/>
                </a:solidFill>
                <a:latin typeface="Arial"/>
              </a:defRPr>
            </a:pPr>
            <a:r>
              <a:t>{{item_2}}</a:t>
            </a:r>
          </a:p>
        </p:txBody>
      </p:sp>
      <p:sp>
        <p:nvSpPr>
          <p:cNvPr id="39" name="Rectangle 38"/>
          <p:cNvSpPr/>
          <p:nvPr/>
        </p:nvSpPr>
        <p:spPr>
          <a:xfrm>
            <a:off x="2560320" y="2194560"/>
            <a:ext cx="1828800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2633472" y="2194560"/>
            <a:ext cx="1682496" cy="594360"/>
          </a:xfrm>
          <a:prstGeom prst="rect">
            <a:avLst/>
          </a:prstGeom>
          <a:noFill/>
        </p:spPr>
        <p:txBody>
          <a:bodyPr wrap="square" anchor="ctr" lIns="54864" rIns="54864" tIns="27432" bIns="27432">
            <a:spAutoFit/>
          </a:bodyPr>
          <a:lstStyle/>
          <a:p>
            <a:pPr algn="ctr">
              <a:defRPr sz="900" b="1">
                <a:solidFill>
                  <a:srgbClr val="FD5108"/>
                </a:solidFill>
                <a:latin typeface="Arial"/>
              </a:defRPr>
            </a:pPr>
            <a:r>
              <a:t>{{value_2}}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389120" y="2194560"/>
            <a:ext cx="3200400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4526280" y="2400300"/>
            <a:ext cx="2926080" cy="18288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4526280" y="2400300"/>
            <a:ext cx="1316736" cy="182880"/>
          </a:xfrm>
          <a:prstGeom prst="rect">
            <a:avLst/>
          </a:prstGeom>
          <a:solidFill>
            <a:srgbClr val="FE7C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7470648" y="2382012"/>
            <a:ext cx="457200" cy="228600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l">
              <a:defRPr sz="700" b="1">
                <a:solidFill>
                  <a:srgbClr val="000000"/>
                </a:solidFill>
                <a:latin typeface="Arial"/>
              </a:defRPr>
            </a:pPr>
            <a:r>
              <a:t>45%</a:t>
            </a:r>
          </a:p>
        </p:txBody>
      </p:sp>
      <p:sp>
        <p:nvSpPr>
          <p:cNvPr id="45" name="Rectangle 44"/>
          <p:cNvSpPr/>
          <p:nvPr/>
        </p:nvSpPr>
        <p:spPr>
          <a:xfrm>
            <a:off x="7589520" y="2194560"/>
            <a:ext cx="1371600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7662672" y="2194560"/>
            <a:ext cx="1225296" cy="594360"/>
          </a:xfrm>
          <a:prstGeom prst="rect">
            <a:avLst/>
          </a:prstGeom>
          <a:noFill/>
        </p:spPr>
        <p:txBody>
          <a:bodyPr wrap="square" anchor="ctr" lIns="54864" rIns="54864" tIns="27432" bIns="27432">
            <a:spAutoFit/>
          </a:bodyPr>
          <a:lstStyle/>
          <a:p>
            <a:pPr algn="ctr">
              <a:defRPr sz="800" b="0">
                <a:solidFill>
                  <a:srgbClr val="000000"/>
                </a:solidFill>
                <a:latin typeface="Arial"/>
              </a:defRPr>
            </a:pPr>
            <a:r>
              <a:t>{{status_2}}</a:t>
            </a:r>
          </a:p>
        </p:txBody>
      </p:sp>
      <p:sp>
        <p:nvSpPr>
          <p:cNvPr id="47" name="Rectangle 46"/>
          <p:cNvSpPr/>
          <p:nvPr/>
        </p:nvSpPr>
        <p:spPr>
          <a:xfrm>
            <a:off x="274320" y="2788920"/>
            <a:ext cx="2286000" cy="594360"/>
          </a:xfrm>
          <a:prstGeom prst="rect">
            <a:avLst/>
          </a:prstGeom>
          <a:solidFill>
            <a:srgbClr val="F2F2F2"/>
          </a:solidFill>
          <a:ln w="6350">
            <a:solidFill>
              <a:srgbClr val="DDDD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347472" y="2788920"/>
            <a:ext cx="2139696" cy="594360"/>
          </a:xfrm>
          <a:prstGeom prst="rect">
            <a:avLst/>
          </a:prstGeom>
          <a:noFill/>
        </p:spPr>
        <p:txBody>
          <a:bodyPr wrap="square" anchor="ctr" lIns="54864" rIns="54864" tIns="27432" bIns="27432">
            <a:spAutoFit/>
          </a:bodyPr>
          <a:lstStyle/>
          <a:p>
            <a:pPr algn="l">
              <a:defRPr sz="800" b="1">
                <a:solidFill>
                  <a:srgbClr val="000000"/>
                </a:solidFill>
                <a:latin typeface="Arial"/>
              </a:defRPr>
            </a:pPr>
            <a:r>
              <a:t>{{item_3}}</a:t>
            </a:r>
          </a:p>
        </p:txBody>
      </p:sp>
      <p:sp>
        <p:nvSpPr>
          <p:cNvPr id="49" name="Rectangle 48"/>
          <p:cNvSpPr/>
          <p:nvPr/>
        </p:nvSpPr>
        <p:spPr>
          <a:xfrm>
            <a:off x="2560320" y="2788920"/>
            <a:ext cx="1828800" cy="594360"/>
          </a:xfrm>
          <a:prstGeom prst="rect">
            <a:avLst/>
          </a:prstGeom>
          <a:solidFill>
            <a:srgbClr val="F2F2F2"/>
          </a:solidFill>
          <a:ln w="6350">
            <a:solidFill>
              <a:srgbClr val="DDDD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2633472" y="2788920"/>
            <a:ext cx="1682496" cy="594360"/>
          </a:xfrm>
          <a:prstGeom prst="rect">
            <a:avLst/>
          </a:prstGeom>
          <a:noFill/>
        </p:spPr>
        <p:txBody>
          <a:bodyPr wrap="square" anchor="ctr" lIns="54864" rIns="54864" tIns="27432" bIns="27432">
            <a:spAutoFit/>
          </a:bodyPr>
          <a:lstStyle/>
          <a:p>
            <a:pPr algn="ctr">
              <a:defRPr sz="900" b="1">
                <a:solidFill>
                  <a:srgbClr val="FD5108"/>
                </a:solidFill>
                <a:latin typeface="Arial"/>
              </a:defRPr>
            </a:pPr>
            <a:r>
              <a:t>{{value_3}}</a:t>
            </a:r>
          </a:p>
        </p:txBody>
      </p:sp>
      <p:sp>
        <p:nvSpPr>
          <p:cNvPr id="51" name="Rectangle 50"/>
          <p:cNvSpPr/>
          <p:nvPr/>
        </p:nvSpPr>
        <p:spPr>
          <a:xfrm>
            <a:off x="4389120" y="2788920"/>
            <a:ext cx="3200400" cy="594360"/>
          </a:xfrm>
          <a:prstGeom prst="rect">
            <a:avLst/>
          </a:prstGeom>
          <a:solidFill>
            <a:srgbClr val="F2F2F2"/>
          </a:solidFill>
          <a:ln w="6350">
            <a:solidFill>
              <a:srgbClr val="DDDD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4526280" y="2994660"/>
            <a:ext cx="2926080" cy="18288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4526280" y="2994660"/>
            <a:ext cx="2633472" cy="182880"/>
          </a:xfrm>
          <a:prstGeom prst="rect">
            <a:avLst/>
          </a:prstGeom>
          <a:solidFill>
            <a:srgbClr val="FD51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7470648" y="2976372"/>
            <a:ext cx="457200" cy="228600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l">
              <a:defRPr sz="700" b="1">
                <a:solidFill>
                  <a:srgbClr val="000000"/>
                </a:solidFill>
                <a:latin typeface="Arial"/>
              </a:defRPr>
            </a:pPr>
            <a:r>
              <a:t>90%</a:t>
            </a:r>
          </a:p>
        </p:txBody>
      </p:sp>
      <p:sp>
        <p:nvSpPr>
          <p:cNvPr id="55" name="Rectangle 54"/>
          <p:cNvSpPr/>
          <p:nvPr/>
        </p:nvSpPr>
        <p:spPr>
          <a:xfrm>
            <a:off x="7589520" y="2788920"/>
            <a:ext cx="1371600" cy="594360"/>
          </a:xfrm>
          <a:prstGeom prst="rect">
            <a:avLst/>
          </a:prstGeom>
          <a:solidFill>
            <a:srgbClr val="F2F2F2"/>
          </a:solidFill>
          <a:ln w="6350">
            <a:solidFill>
              <a:srgbClr val="DDDD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7662672" y="2788920"/>
            <a:ext cx="1225296" cy="594360"/>
          </a:xfrm>
          <a:prstGeom prst="rect">
            <a:avLst/>
          </a:prstGeom>
          <a:noFill/>
        </p:spPr>
        <p:txBody>
          <a:bodyPr wrap="square" anchor="ctr" lIns="54864" rIns="54864" tIns="27432" bIns="27432">
            <a:spAutoFit/>
          </a:bodyPr>
          <a:lstStyle/>
          <a:p>
            <a:pPr algn="ctr">
              <a:defRPr sz="800" b="0">
                <a:solidFill>
                  <a:srgbClr val="000000"/>
                </a:solidFill>
                <a:latin typeface="Arial"/>
              </a:defRPr>
            </a:pPr>
            <a:r>
              <a:t>{{status_3}}</a:t>
            </a:r>
          </a:p>
        </p:txBody>
      </p:sp>
      <p:sp>
        <p:nvSpPr>
          <p:cNvPr id="57" name="Rectangle 56"/>
          <p:cNvSpPr/>
          <p:nvPr/>
        </p:nvSpPr>
        <p:spPr>
          <a:xfrm>
            <a:off x="274320" y="3383280"/>
            <a:ext cx="2286000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347472" y="3383280"/>
            <a:ext cx="2139696" cy="594360"/>
          </a:xfrm>
          <a:prstGeom prst="rect">
            <a:avLst/>
          </a:prstGeom>
          <a:noFill/>
        </p:spPr>
        <p:txBody>
          <a:bodyPr wrap="square" anchor="ctr" lIns="54864" rIns="54864" tIns="27432" bIns="27432">
            <a:spAutoFit/>
          </a:bodyPr>
          <a:lstStyle/>
          <a:p>
            <a:pPr algn="l">
              <a:defRPr sz="800" b="1">
                <a:solidFill>
                  <a:srgbClr val="000000"/>
                </a:solidFill>
                <a:latin typeface="Arial"/>
              </a:defRPr>
            </a:pPr>
            <a:r>
              <a:t>{{item_4}}</a:t>
            </a:r>
          </a:p>
        </p:txBody>
      </p:sp>
      <p:sp>
        <p:nvSpPr>
          <p:cNvPr id="59" name="Rectangle 58"/>
          <p:cNvSpPr/>
          <p:nvPr/>
        </p:nvSpPr>
        <p:spPr>
          <a:xfrm>
            <a:off x="2560320" y="3383280"/>
            <a:ext cx="1828800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2633472" y="3383280"/>
            <a:ext cx="1682496" cy="594360"/>
          </a:xfrm>
          <a:prstGeom prst="rect">
            <a:avLst/>
          </a:prstGeom>
          <a:noFill/>
        </p:spPr>
        <p:txBody>
          <a:bodyPr wrap="square" anchor="ctr" lIns="54864" rIns="54864" tIns="27432" bIns="27432">
            <a:spAutoFit/>
          </a:bodyPr>
          <a:lstStyle/>
          <a:p>
            <a:pPr algn="ctr">
              <a:defRPr sz="900" b="1">
                <a:solidFill>
                  <a:srgbClr val="FD5108"/>
                </a:solidFill>
                <a:latin typeface="Arial"/>
              </a:defRPr>
            </a:pPr>
            <a:r>
              <a:t>{{value_4}}</a:t>
            </a:r>
          </a:p>
        </p:txBody>
      </p:sp>
      <p:sp>
        <p:nvSpPr>
          <p:cNvPr id="61" name="Rectangle 60"/>
          <p:cNvSpPr/>
          <p:nvPr/>
        </p:nvSpPr>
        <p:spPr>
          <a:xfrm>
            <a:off x="4389120" y="3383280"/>
            <a:ext cx="3200400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4526280" y="3589020"/>
            <a:ext cx="2926080" cy="18288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4526280" y="3589020"/>
            <a:ext cx="877824" cy="182880"/>
          </a:xfrm>
          <a:prstGeom prst="rect">
            <a:avLst/>
          </a:prstGeom>
          <a:solidFill>
            <a:srgbClr val="A1A8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7470648" y="3570732"/>
            <a:ext cx="457200" cy="228600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l">
              <a:defRPr sz="700" b="1">
                <a:solidFill>
                  <a:srgbClr val="000000"/>
                </a:solidFill>
                <a:latin typeface="Arial"/>
              </a:defRPr>
            </a:pPr>
            <a:r>
              <a:t>30%</a:t>
            </a:r>
          </a:p>
        </p:txBody>
      </p:sp>
      <p:sp>
        <p:nvSpPr>
          <p:cNvPr id="65" name="Rectangle 64"/>
          <p:cNvSpPr/>
          <p:nvPr/>
        </p:nvSpPr>
        <p:spPr>
          <a:xfrm>
            <a:off x="7589520" y="3383280"/>
            <a:ext cx="1371600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7662672" y="3383280"/>
            <a:ext cx="1225296" cy="594360"/>
          </a:xfrm>
          <a:prstGeom prst="rect">
            <a:avLst/>
          </a:prstGeom>
          <a:noFill/>
        </p:spPr>
        <p:txBody>
          <a:bodyPr wrap="square" anchor="ctr" lIns="54864" rIns="54864" tIns="27432" bIns="27432">
            <a:spAutoFit/>
          </a:bodyPr>
          <a:lstStyle/>
          <a:p>
            <a:pPr algn="ctr">
              <a:defRPr sz="800" b="0">
                <a:solidFill>
                  <a:srgbClr val="000000"/>
                </a:solidFill>
                <a:latin typeface="Arial"/>
              </a:defRPr>
            </a:pPr>
            <a:r>
              <a:t>{{status_4}}</a:t>
            </a:r>
          </a:p>
        </p:txBody>
      </p:sp>
      <p:sp>
        <p:nvSpPr>
          <p:cNvPr id="67" name="Rectangle 66"/>
          <p:cNvSpPr/>
          <p:nvPr/>
        </p:nvSpPr>
        <p:spPr>
          <a:xfrm>
            <a:off x="274320" y="3977639"/>
            <a:ext cx="2286000" cy="594360"/>
          </a:xfrm>
          <a:prstGeom prst="rect">
            <a:avLst/>
          </a:prstGeom>
          <a:solidFill>
            <a:srgbClr val="F2F2F2"/>
          </a:solidFill>
          <a:ln w="6350">
            <a:solidFill>
              <a:srgbClr val="DDDD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347472" y="3977639"/>
            <a:ext cx="2139696" cy="594360"/>
          </a:xfrm>
          <a:prstGeom prst="rect">
            <a:avLst/>
          </a:prstGeom>
          <a:noFill/>
        </p:spPr>
        <p:txBody>
          <a:bodyPr wrap="square" anchor="ctr" lIns="54864" rIns="54864" tIns="27432" bIns="27432">
            <a:spAutoFit/>
          </a:bodyPr>
          <a:lstStyle/>
          <a:p>
            <a:pPr algn="l">
              <a:defRPr sz="800" b="1">
                <a:solidFill>
                  <a:srgbClr val="000000"/>
                </a:solidFill>
                <a:latin typeface="Arial"/>
              </a:defRPr>
            </a:pPr>
            <a:r>
              <a:t>{{item_5}}</a:t>
            </a:r>
          </a:p>
        </p:txBody>
      </p:sp>
      <p:sp>
        <p:nvSpPr>
          <p:cNvPr id="69" name="Rectangle 68"/>
          <p:cNvSpPr/>
          <p:nvPr/>
        </p:nvSpPr>
        <p:spPr>
          <a:xfrm>
            <a:off x="2560320" y="3977639"/>
            <a:ext cx="1828800" cy="594360"/>
          </a:xfrm>
          <a:prstGeom prst="rect">
            <a:avLst/>
          </a:prstGeom>
          <a:solidFill>
            <a:srgbClr val="F2F2F2"/>
          </a:solidFill>
          <a:ln w="6350">
            <a:solidFill>
              <a:srgbClr val="DDDD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2633472" y="3977639"/>
            <a:ext cx="1682496" cy="594360"/>
          </a:xfrm>
          <a:prstGeom prst="rect">
            <a:avLst/>
          </a:prstGeom>
          <a:noFill/>
        </p:spPr>
        <p:txBody>
          <a:bodyPr wrap="square" anchor="ctr" lIns="54864" rIns="54864" tIns="27432" bIns="27432">
            <a:spAutoFit/>
          </a:bodyPr>
          <a:lstStyle/>
          <a:p>
            <a:pPr algn="ctr">
              <a:defRPr sz="900" b="1">
                <a:solidFill>
                  <a:srgbClr val="FD5108"/>
                </a:solidFill>
                <a:latin typeface="Arial"/>
              </a:defRPr>
            </a:pPr>
            <a:r>
              <a:t>{{value_5}}</a:t>
            </a:r>
          </a:p>
        </p:txBody>
      </p:sp>
      <p:sp>
        <p:nvSpPr>
          <p:cNvPr id="71" name="Rectangle 70"/>
          <p:cNvSpPr/>
          <p:nvPr/>
        </p:nvSpPr>
        <p:spPr>
          <a:xfrm>
            <a:off x="4389120" y="3977639"/>
            <a:ext cx="3200400" cy="594360"/>
          </a:xfrm>
          <a:prstGeom prst="rect">
            <a:avLst/>
          </a:prstGeom>
          <a:solidFill>
            <a:srgbClr val="F2F2F2"/>
          </a:solidFill>
          <a:ln w="6350">
            <a:solidFill>
              <a:srgbClr val="DDDD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4526280" y="4183379"/>
            <a:ext cx="2926080" cy="18288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4526280" y="4183379"/>
            <a:ext cx="2194560" cy="182880"/>
          </a:xfrm>
          <a:prstGeom prst="rect">
            <a:avLst/>
          </a:prstGeom>
          <a:solidFill>
            <a:srgbClr val="FD51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7470648" y="4165091"/>
            <a:ext cx="457200" cy="228600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l">
              <a:defRPr sz="700" b="1">
                <a:solidFill>
                  <a:srgbClr val="000000"/>
                </a:solidFill>
                <a:latin typeface="Arial"/>
              </a:defRPr>
            </a:pPr>
            <a:r>
              <a:t>75%</a:t>
            </a:r>
          </a:p>
        </p:txBody>
      </p:sp>
      <p:sp>
        <p:nvSpPr>
          <p:cNvPr id="75" name="Rectangle 74"/>
          <p:cNvSpPr/>
          <p:nvPr/>
        </p:nvSpPr>
        <p:spPr>
          <a:xfrm>
            <a:off x="7589520" y="3977639"/>
            <a:ext cx="1371600" cy="594360"/>
          </a:xfrm>
          <a:prstGeom prst="rect">
            <a:avLst/>
          </a:prstGeom>
          <a:solidFill>
            <a:srgbClr val="F2F2F2"/>
          </a:solidFill>
          <a:ln w="6350">
            <a:solidFill>
              <a:srgbClr val="DDDD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7662672" y="3977639"/>
            <a:ext cx="1225296" cy="594360"/>
          </a:xfrm>
          <a:prstGeom prst="rect">
            <a:avLst/>
          </a:prstGeom>
          <a:noFill/>
        </p:spPr>
        <p:txBody>
          <a:bodyPr wrap="square" anchor="ctr" lIns="54864" rIns="54864" tIns="27432" bIns="27432">
            <a:spAutoFit/>
          </a:bodyPr>
          <a:lstStyle/>
          <a:p>
            <a:pPr algn="ctr">
              <a:defRPr sz="800" b="0">
                <a:solidFill>
                  <a:srgbClr val="000000"/>
                </a:solidFill>
                <a:latin typeface="Arial"/>
              </a:defRPr>
            </a:pPr>
            <a:r>
              <a:t>{{status_5}}</a:t>
            </a:r>
          </a:p>
        </p:txBody>
      </p:sp>
      <p:sp>
        <p:nvSpPr>
          <p:cNvPr id="77" name="Rectangle 76"/>
          <p:cNvSpPr/>
          <p:nvPr/>
        </p:nvSpPr>
        <p:spPr>
          <a:xfrm>
            <a:off x="274320" y="5943600"/>
            <a:ext cx="8595360" cy="45720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ectangle 77"/>
          <p:cNvSpPr/>
          <p:nvPr/>
        </p:nvSpPr>
        <p:spPr>
          <a:xfrm>
            <a:off x="274320" y="5943600"/>
            <a:ext cx="54864" cy="457200"/>
          </a:xfrm>
          <a:prstGeom prst="rect">
            <a:avLst/>
          </a:prstGeom>
          <a:solidFill>
            <a:srgbClr val="FD51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457200" y="5989320"/>
            <a:ext cx="8229600" cy="365760"/>
          </a:xfrm>
          <a:prstGeom prst="rect">
            <a:avLst/>
          </a:prstGeom>
          <a:noFill/>
        </p:spPr>
        <p:txBody>
          <a:bodyPr wrap="square" anchor="ctr" lIns="54864" rIns="54864" tIns="27432" bIns="27432">
            <a:spAutoFit/>
          </a:bodyPr>
          <a:lstStyle/>
          <a:p>
            <a:pPr algn="l">
              <a:defRPr sz="900" b="1">
                <a:solidFill>
                  <a:srgbClr val="FFFFFF"/>
                </a:solidFill>
                <a:latin typeface="Arial"/>
              </a:defRPr>
            </a:pPr>
            <a:r>
              <a:t>{{takeaway}}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